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0F"/>
    <a:srgbClr val="A1C9F5"/>
    <a:srgbClr val="FFB482"/>
    <a:srgbClr val="1E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39"/>
    <p:restoredTop sz="94707"/>
  </p:normalViewPr>
  <p:slideViewPr>
    <p:cSldViewPr snapToGrid="0">
      <p:cViewPr varScale="1">
        <p:scale>
          <a:sx n="68" d="100"/>
          <a:sy n="68" d="100"/>
        </p:scale>
        <p:origin x="224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31577A-AE99-424E-9F35-5C9D95D353E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F18AAA1-527E-4C51-BCA6-236904616FF0}">
      <dgm:prSet/>
      <dgm:spPr>
        <a:gradFill rotWithShape="0">
          <a:gsLst>
            <a:gs pos="24000">
              <a:srgbClr val="FFB482"/>
            </a:gs>
            <a:gs pos="49000">
              <a:srgbClr val="FFB482"/>
            </a:gs>
            <a:gs pos="74000">
              <a:srgbClr val="FFB482"/>
            </a:gs>
          </a:gsLst>
        </a:gradFill>
      </dgm:spPr>
      <dgm:t>
        <a:bodyPr/>
        <a:lstStyle/>
        <a:p>
          <a:r>
            <a:rPr lang="fr-FR" b="1" dirty="0"/>
            <a:t>Mission :</a:t>
          </a:r>
          <a:r>
            <a:rPr lang="fr-FR" dirty="0"/>
            <a:t> Panorama de l'alimentation mondiale.</a:t>
          </a:r>
          <a:endParaRPr lang="en-US" dirty="0"/>
        </a:p>
      </dgm:t>
    </dgm:pt>
    <dgm:pt modelId="{4744367C-ED91-4FB9-BD28-7D14AB60439C}" type="parTrans" cxnId="{E12C6C8D-F12A-4FD1-8B5F-0DAF6AA5A82D}">
      <dgm:prSet/>
      <dgm:spPr/>
      <dgm:t>
        <a:bodyPr/>
        <a:lstStyle/>
        <a:p>
          <a:endParaRPr lang="en-US"/>
        </a:p>
      </dgm:t>
    </dgm:pt>
    <dgm:pt modelId="{B9BDD0EF-8388-4AE6-8B29-E8FACF528073}" type="sibTrans" cxnId="{E12C6C8D-F12A-4FD1-8B5F-0DAF6AA5A82D}">
      <dgm:prSet/>
      <dgm:spPr/>
      <dgm:t>
        <a:bodyPr/>
        <a:lstStyle/>
        <a:p>
          <a:endParaRPr lang="en-US"/>
        </a:p>
      </dgm:t>
    </dgm:pt>
    <dgm:pt modelId="{9F5E7774-E781-4D33-90F8-6BEC4BDD139A}">
      <dgm:prSet/>
      <dgm:spPr>
        <a:gradFill rotWithShape="0">
          <a:gsLst>
            <a:gs pos="0">
              <a:srgbClr val="A1C9F5"/>
            </a:gs>
            <a:gs pos="50000">
              <a:srgbClr val="A1C9F5"/>
            </a:gs>
            <a:gs pos="100000">
              <a:srgbClr val="A1C9F5"/>
            </a:gs>
          </a:gsLst>
        </a:gradFill>
      </dgm:spPr>
      <dgm:t>
        <a:bodyPr/>
        <a:lstStyle/>
        <a:p>
          <a:r>
            <a:rPr lang="fr-FR" b="1" dirty="0"/>
            <a:t>Objectifs :</a:t>
          </a:r>
          <a:r>
            <a:rPr lang="fr-FR" dirty="0"/>
            <a:t> Quantifier la sous-nutrition et identifier les pays vulnérables</a:t>
          </a:r>
          <a:endParaRPr lang="en-US" dirty="0"/>
        </a:p>
      </dgm:t>
    </dgm:pt>
    <dgm:pt modelId="{7FF81B4F-0F29-4D9E-BA6B-6C17E1E59964}" type="parTrans" cxnId="{CB650955-FB17-41F2-B95E-70896311BA6B}">
      <dgm:prSet/>
      <dgm:spPr/>
      <dgm:t>
        <a:bodyPr/>
        <a:lstStyle/>
        <a:p>
          <a:endParaRPr lang="en-US"/>
        </a:p>
      </dgm:t>
    </dgm:pt>
    <dgm:pt modelId="{84B0890B-613D-4D5E-9C73-241D004E84CB}" type="sibTrans" cxnId="{CB650955-FB17-41F2-B95E-70896311BA6B}">
      <dgm:prSet/>
      <dgm:spPr/>
      <dgm:t>
        <a:bodyPr/>
        <a:lstStyle/>
        <a:p>
          <a:endParaRPr lang="en-US"/>
        </a:p>
      </dgm:t>
    </dgm:pt>
    <dgm:pt modelId="{9FBF4FC9-0C38-DF4D-806F-DFBD472EC326}" type="pres">
      <dgm:prSet presAssocID="{4131577A-AE99-424E-9F35-5C9D95D353E5}" presName="linear" presStyleCnt="0">
        <dgm:presLayoutVars>
          <dgm:animLvl val="lvl"/>
          <dgm:resizeHandles val="exact"/>
        </dgm:presLayoutVars>
      </dgm:prSet>
      <dgm:spPr/>
    </dgm:pt>
    <dgm:pt modelId="{D55F49CC-D841-C149-AD01-FF28565BA85B}" type="pres">
      <dgm:prSet presAssocID="{DF18AAA1-527E-4C51-BCA6-236904616FF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C194714-2838-B844-BACE-71A552FF7BFA}" type="pres">
      <dgm:prSet presAssocID="{B9BDD0EF-8388-4AE6-8B29-E8FACF528073}" presName="spacer" presStyleCnt="0"/>
      <dgm:spPr/>
    </dgm:pt>
    <dgm:pt modelId="{BEBA1581-FD36-AD4C-9E36-21980C436AF9}" type="pres">
      <dgm:prSet presAssocID="{9F5E7774-E781-4D33-90F8-6BEC4BDD139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B650955-FB17-41F2-B95E-70896311BA6B}" srcId="{4131577A-AE99-424E-9F35-5C9D95D353E5}" destId="{9F5E7774-E781-4D33-90F8-6BEC4BDD139A}" srcOrd="1" destOrd="0" parTransId="{7FF81B4F-0F29-4D9E-BA6B-6C17E1E59964}" sibTransId="{84B0890B-613D-4D5E-9C73-241D004E84CB}"/>
    <dgm:cxn modelId="{B1F22D87-6A7B-B24D-B0EF-D5A01293F9D4}" type="presOf" srcId="{4131577A-AE99-424E-9F35-5C9D95D353E5}" destId="{9FBF4FC9-0C38-DF4D-806F-DFBD472EC326}" srcOrd="0" destOrd="0" presId="urn:microsoft.com/office/officeart/2005/8/layout/vList2"/>
    <dgm:cxn modelId="{E12C6C8D-F12A-4FD1-8B5F-0DAF6AA5A82D}" srcId="{4131577A-AE99-424E-9F35-5C9D95D353E5}" destId="{DF18AAA1-527E-4C51-BCA6-236904616FF0}" srcOrd="0" destOrd="0" parTransId="{4744367C-ED91-4FB9-BD28-7D14AB60439C}" sibTransId="{B9BDD0EF-8388-4AE6-8B29-E8FACF528073}"/>
    <dgm:cxn modelId="{0F90F1B6-0066-0440-BA8A-80C289BDA4D4}" type="presOf" srcId="{DF18AAA1-527E-4C51-BCA6-236904616FF0}" destId="{D55F49CC-D841-C149-AD01-FF28565BA85B}" srcOrd="0" destOrd="0" presId="urn:microsoft.com/office/officeart/2005/8/layout/vList2"/>
    <dgm:cxn modelId="{D85D6DDC-54E5-1646-B0BF-22EFB871B295}" type="presOf" srcId="{9F5E7774-E781-4D33-90F8-6BEC4BDD139A}" destId="{BEBA1581-FD36-AD4C-9E36-21980C436AF9}" srcOrd="0" destOrd="0" presId="urn:microsoft.com/office/officeart/2005/8/layout/vList2"/>
    <dgm:cxn modelId="{3998CC54-680C-6844-912B-BEB8E28CC9A2}" type="presParOf" srcId="{9FBF4FC9-0C38-DF4D-806F-DFBD472EC326}" destId="{D55F49CC-D841-C149-AD01-FF28565BA85B}" srcOrd="0" destOrd="0" presId="urn:microsoft.com/office/officeart/2005/8/layout/vList2"/>
    <dgm:cxn modelId="{C7F02796-6A3E-454A-A1B6-2B83BA1394DD}" type="presParOf" srcId="{9FBF4FC9-0C38-DF4D-806F-DFBD472EC326}" destId="{3C194714-2838-B844-BACE-71A552FF7BFA}" srcOrd="1" destOrd="0" presId="urn:microsoft.com/office/officeart/2005/8/layout/vList2"/>
    <dgm:cxn modelId="{E7A2069C-E05C-B043-86F8-1BD9C7392CF8}" type="presParOf" srcId="{9FBF4FC9-0C38-DF4D-806F-DFBD472EC326}" destId="{BEBA1581-FD36-AD4C-9E36-21980C436AF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A0BD7A-6135-4F40-BE77-E77CAB5659CF}" type="doc">
      <dgm:prSet loTypeId="urn:microsoft.com/office/officeart/2008/layout/SquareAccent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43B497C-35F5-6E42-913F-3FE3B065195A}">
      <dgm:prSet phldrT="[Texte]"/>
      <dgm:spPr/>
      <dgm:t>
        <a:bodyPr/>
        <a:lstStyle/>
        <a:p>
          <a:r>
            <a:rPr lang="fr-FR" dirty="0"/>
            <a:t>Disponibilité alimentaire la plus forte (kcal/j/pers)</a:t>
          </a:r>
        </a:p>
      </dgm:t>
    </dgm:pt>
    <dgm:pt modelId="{95212F24-03DF-2D4F-9B38-DFA8140F8EEF}" type="parTrans" cxnId="{AE60424F-4429-D743-99A7-5935467F0802}">
      <dgm:prSet/>
      <dgm:spPr/>
      <dgm:t>
        <a:bodyPr/>
        <a:lstStyle/>
        <a:p>
          <a:endParaRPr lang="fr-FR"/>
        </a:p>
      </dgm:t>
    </dgm:pt>
    <dgm:pt modelId="{C759B715-EB3D-0943-A34D-F62CB95E97B6}" type="sibTrans" cxnId="{AE60424F-4429-D743-99A7-5935467F0802}">
      <dgm:prSet/>
      <dgm:spPr/>
      <dgm:t>
        <a:bodyPr/>
        <a:lstStyle/>
        <a:p>
          <a:endParaRPr lang="fr-FR"/>
        </a:p>
      </dgm:t>
    </dgm:pt>
    <dgm:pt modelId="{371FD9D5-1E9F-DB4A-A1A4-A153AE90A404}">
      <dgm:prSet phldrT="[Texte]" custT="1"/>
      <dgm:spPr/>
      <dgm:t>
        <a:bodyPr/>
        <a:lstStyle/>
        <a:p>
          <a:r>
            <a:rPr lang="fr-FR" sz="1400" dirty="0"/>
            <a:t>Belgique</a:t>
          </a:r>
          <a:r>
            <a:rPr lang="fr-FR" sz="1100" dirty="0"/>
            <a:t>		3737</a:t>
          </a:r>
        </a:p>
      </dgm:t>
    </dgm:pt>
    <dgm:pt modelId="{91DA7CB5-A505-AC4C-80DF-BA563F50842F}" type="parTrans" cxnId="{88F618ED-65F3-0045-B382-D3F92D980598}">
      <dgm:prSet/>
      <dgm:spPr/>
      <dgm:t>
        <a:bodyPr/>
        <a:lstStyle/>
        <a:p>
          <a:endParaRPr lang="fr-FR"/>
        </a:p>
      </dgm:t>
    </dgm:pt>
    <dgm:pt modelId="{67F3CDF1-5BA7-4348-81A0-B8895B1340BC}" type="sibTrans" cxnId="{88F618ED-65F3-0045-B382-D3F92D980598}">
      <dgm:prSet/>
      <dgm:spPr/>
      <dgm:t>
        <a:bodyPr/>
        <a:lstStyle/>
        <a:p>
          <a:endParaRPr lang="fr-FR"/>
        </a:p>
      </dgm:t>
    </dgm:pt>
    <dgm:pt modelId="{175CB841-A23E-6241-8392-20054D599A37}">
      <dgm:prSet phldrT="[Texte]" custT="1"/>
      <dgm:spPr/>
      <dgm:t>
        <a:bodyPr/>
        <a:lstStyle/>
        <a:p>
          <a:r>
            <a:rPr lang="fr-FR" sz="1400" dirty="0"/>
            <a:t>Turquie</a:t>
          </a:r>
          <a:r>
            <a:rPr lang="fr-FR" sz="1100" dirty="0"/>
            <a:t>			3708</a:t>
          </a:r>
        </a:p>
      </dgm:t>
    </dgm:pt>
    <dgm:pt modelId="{24BE30ED-93DB-8245-81CA-EFB823499143}" type="parTrans" cxnId="{FA1D5474-EBE0-594F-9BC3-20EF6040834E}">
      <dgm:prSet/>
      <dgm:spPr/>
      <dgm:t>
        <a:bodyPr/>
        <a:lstStyle/>
        <a:p>
          <a:endParaRPr lang="fr-FR"/>
        </a:p>
      </dgm:t>
    </dgm:pt>
    <dgm:pt modelId="{104F5A1D-95F3-BA40-A0E4-B62865B2D65B}" type="sibTrans" cxnId="{FA1D5474-EBE0-594F-9BC3-20EF6040834E}">
      <dgm:prSet/>
      <dgm:spPr/>
      <dgm:t>
        <a:bodyPr/>
        <a:lstStyle/>
        <a:p>
          <a:endParaRPr lang="fr-FR"/>
        </a:p>
      </dgm:t>
    </dgm:pt>
    <dgm:pt modelId="{D8820346-A184-B946-BDA1-E948DF1A1432}">
      <dgm:prSet phldrT="[Texte]"/>
      <dgm:spPr/>
      <dgm:t>
        <a:bodyPr/>
        <a:lstStyle/>
        <a:p>
          <a:r>
            <a:rPr lang="fr-FR" dirty="0"/>
            <a:t>Disponibilité alimentaire la plus faible (kcal/j/pers)</a:t>
          </a:r>
        </a:p>
      </dgm:t>
    </dgm:pt>
    <dgm:pt modelId="{5FBF8EE4-8868-434D-BB90-3EB66645FEBC}" type="parTrans" cxnId="{4B1BCDCC-ECA2-7E49-B8A6-D4C234E2CC9C}">
      <dgm:prSet/>
      <dgm:spPr/>
      <dgm:t>
        <a:bodyPr/>
        <a:lstStyle/>
        <a:p>
          <a:endParaRPr lang="fr-FR"/>
        </a:p>
      </dgm:t>
    </dgm:pt>
    <dgm:pt modelId="{8E84AFDF-6A03-B246-A6FF-E76CDA6DDAC9}" type="sibTrans" cxnId="{4B1BCDCC-ECA2-7E49-B8A6-D4C234E2CC9C}">
      <dgm:prSet/>
      <dgm:spPr/>
      <dgm:t>
        <a:bodyPr/>
        <a:lstStyle/>
        <a:p>
          <a:endParaRPr lang="fr-FR"/>
        </a:p>
      </dgm:t>
    </dgm:pt>
    <dgm:pt modelId="{2E25202D-8BB8-2442-92A6-1732007337B8}">
      <dgm:prSet phldrT="[Texte]" custT="1"/>
      <dgm:spPr/>
      <dgm:t>
        <a:bodyPr/>
        <a:lstStyle/>
        <a:p>
          <a:r>
            <a:rPr lang="fr-FR" sz="1100" dirty="0"/>
            <a:t>République centrafricaine </a:t>
          </a:r>
          <a:r>
            <a:rPr lang="fr-FR" sz="1200" dirty="0"/>
            <a:t>	</a:t>
          </a:r>
          <a:r>
            <a:rPr lang="fr-FR" sz="1100" dirty="0"/>
            <a:t>1879</a:t>
          </a:r>
        </a:p>
      </dgm:t>
    </dgm:pt>
    <dgm:pt modelId="{00F1C180-D866-6D44-A3C0-C9B985B384FB}" type="parTrans" cxnId="{910AF662-ACE7-BA43-BFF0-8DAE5E70E443}">
      <dgm:prSet/>
      <dgm:spPr/>
      <dgm:t>
        <a:bodyPr/>
        <a:lstStyle/>
        <a:p>
          <a:endParaRPr lang="fr-FR"/>
        </a:p>
      </dgm:t>
    </dgm:pt>
    <dgm:pt modelId="{8FA18C33-B9A2-9B40-9C5D-1C27C434528A}" type="sibTrans" cxnId="{910AF662-ACE7-BA43-BFF0-8DAE5E70E443}">
      <dgm:prSet/>
      <dgm:spPr/>
      <dgm:t>
        <a:bodyPr/>
        <a:lstStyle/>
        <a:p>
          <a:endParaRPr lang="fr-FR"/>
        </a:p>
      </dgm:t>
    </dgm:pt>
    <dgm:pt modelId="{6AF5EDD9-FB63-564F-834E-CAA3BDB1DFEF}">
      <dgm:prSet phldrT="[Texte]" custT="1"/>
      <dgm:spPr/>
      <dgm:t>
        <a:bodyPr/>
        <a:lstStyle/>
        <a:p>
          <a:r>
            <a:rPr lang="fr-FR" sz="1400" dirty="0"/>
            <a:t>Zambie</a:t>
          </a:r>
          <a:r>
            <a:rPr lang="fr-FR" sz="1100" dirty="0"/>
            <a:t>			1924</a:t>
          </a:r>
        </a:p>
      </dgm:t>
    </dgm:pt>
    <dgm:pt modelId="{0C11CDC7-59B8-E440-BE76-3D288E25AEEC}" type="parTrans" cxnId="{CE81F2EA-F86A-5741-8908-CE62E5330EFB}">
      <dgm:prSet/>
      <dgm:spPr/>
      <dgm:t>
        <a:bodyPr/>
        <a:lstStyle/>
        <a:p>
          <a:endParaRPr lang="fr-FR"/>
        </a:p>
      </dgm:t>
    </dgm:pt>
    <dgm:pt modelId="{21F4590F-9AD4-8B4D-ACC1-1083418C7920}" type="sibTrans" cxnId="{CE81F2EA-F86A-5741-8908-CE62E5330EFB}">
      <dgm:prSet/>
      <dgm:spPr/>
      <dgm:t>
        <a:bodyPr/>
        <a:lstStyle/>
        <a:p>
          <a:endParaRPr lang="fr-FR"/>
        </a:p>
      </dgm:t>
    </dgm:pt>
    <dgm:pt modelId="{E86AC560-7CD9-7340-B192-DFCE0A8B135E}">
      <dgm:prSet phldrT="[Texte]" custT="1"/>
      <dgm:spPr/>
      <dgm:t>
        <a:bodyPr/>
        <a:lstStyle/>
        <a:p>
          <a:r>
            <a:rPr lang="fr-FR" sz="1400" dirty="0"/>
            <a:t>Madagascar</a:t>
          </a:r>
          <a:r>
            <a:rPr lang="fr-FR" sz="1100" dirty="0"/>
            <a:t>		2056</a:t>
          </a:r>
        </a:p>
      </dgm:t>
    </dgm:pt>
    <dgm:pt modelId="{E5E61D8B-97EB-AE48-9DAD-F25D7D286787}" type="parTrans" cxnId="{1E8AE223-ACAB-9F4F-A051-2DCF9106874C}">
      <dgm:prSet/>
      <dgm:spPr/>
      <dgm:t>
        <a:bodyPr/>
        <a:lstStyle/>
        <a:p>
          <a:endParaRPr lang="fr-FR"/>
        </a:p>
      </dgm:t>
    </dgm:pt>
    <dgm:pt modelId="{74310706-4F6A-454F-8A04-3660B52246CD}" type="sibTrans" cxnId="{1E8AE223-ACAB-9F4F-A051-2DCF9106874C}">
      <dgm:prSet/>
      <dgm:spPr/>
      <dgm:t>
        <a:bodyPr/>
        <a:lstStyle/>
        <a:p>
          <a:endParaRPr lang="fr-FR"/>
        </a:p>
      </dgm:t>
    </dgm:pt>
    <dgm:pt modelId="{4D72C9E8-FB1A-F84E-A7C4-BD46882137CC}">
      <dgm:prSet phldrT="[Texte]" custT="1"/>
      <dgm:spPr/>
      <dgm:t>
        <a:bodyPr/>
        <a:lstStyle/>
        <a:p>
          <a:r>
            <a:rPr lang="fr-FR" sz="1400" dirty="0"/>
            <a:t>Timor-Leste</a:t>
          </a:r>
          <a:r>
            <a:rPr lang="fr-FR" sz="1100" dirty="0"/>
            <a:t>		2129</a:t>
          </a:r>
        </a:p>
      </dgm:t>
    </dgm:pt>
    <dgm:pt modelId="{5E3F451E-E47A-C24E-95FE-0D288532CF87}" type="parTrans" cxnId="{BA3620FF-035C-C442-B201-CC8775B835BE}">
      <dgm:prSet/>
      <dgm:spPr/>
      <dgm:t>
        <a:bodyPr/>
        <a:lstStyle/>
        <a:p>
          <a:endParaRPr lang="fr-FR"/>
        </a:p>
      </dgm:t>
    </dgm:pt>
    <dgm:pt modelId="{72D5ACB1-9773-0146-A667-3DB41BEE5FC4}" type="sibTrans" cxnId="{BA3620FF-035C-C442-B201-CC8775B835BE}">
      <dgm:prSet/>
      <dgm:spPr/>
      <dgm:t>
        <a:bodyPr/>
        <a:lstStyle/>
        <a:p>
          <a:endParaRPr lang="fr-FR"/>
        </a:p>
      </dgm:t>
    </dgm:pt>
    <dgm:pt modelId="{4860FE87-DB84-5642-B057-94F7855653B1}">
      <dgm:prSet phldrT="[Texte]" custT="1"/>
      <dgm:spPr/>
      <dgm:t>
        <a:bodyPr/>
        <a:lstStyle/>
        <a:p>
          <a:r>
            <a:rPr lang="fr-FR" sz="1400" dirty="0"/>
            <a:t>Afghanistan</a:t>
          </a:r>
          <a:r>
            <a:rPr lang="fr-FR" sz="1100" dirty="0"/>
            <a:t>		2087</a:t>
          </a:r>
        </a:p>
      </dgm:t>
    </dgm:pt>
    <dgm:pt modelId="{784170EE-E4EA-A74F-9B4E-F7E82DC05D9D}" type="parTrans" cxnId="{E17EAE91-26D6-A54F-B83F-045146BACF98}">
      <dgm:prSet/>
      <dgm:spPr/>
      <dgm:t>
        <a:bodyPr/>
        <a:lstStyle/>
        <a:p>
          <a:endParaRPr lang="fr-FR"/>
        </a:p>
      </dgm:t>
    </dgm:pt>
    <dgm:pt modelId="{57BC3542-6E83-AF4D-B274-131EA60D77EA}" type="sibTrans" cxnId="{E17EAE91-26D6-A54F-B83F-045146BACF98}">
      <dgm:prSet/>
      <dgm:spPr/>
      <dgm:t>
        <a:bodyPr/>
        <a:lstStyle/>
        <a:p>
          <a:endParaRPr lang="fr-FR"/>
        </a:p>
      </dgm:t>
    </dgm:pt>
    <dgm:pt modelId="{4380EDB7-D5F1-A747-B500-3F5820273134}">
      <dgm:prSet phldrT="[Texte]" custT="1"/>
      <dgm:spPr/>
      <dgm:t>
        <a:bodyPr/>
        <a:lstStyle/>
        <a:p>
          <a:r>
            <a:rPr lang="fr-FR" sz="1400" dirty="0"/>
            <a:t>Haïti</a:t>
          </a:r>
          <a:r>
            <a:rPr lang="fr-FR" sz="1100" dirty="0"/>
            <a:t>			2089</a:t>
          </a:r>
        </a:p>
      </dgm:t>
    </dgm:pt>
    <dgm:pt modelId="{11822E7E-8DA2-ED41-A1D9-91D3D9390679}" type="parTrans" cxnId="{6BFDD501-154B-7D49-8155-D17A2A2623DE}">
      <dgm:prSet/>
      <dgm:spPr/>
      <dgm:t>
        <a:bodyPr/>
        <a:lstStyle/>
        <a:p>
          <a:endParaRPr lang="fr-FR"/>
        </a:p>
      </dgm:t>
    </dgm:pt>
    <dgm:pt modelId="{C63D4293-3075-AE45-8B8A-B7986A194A92}" type="sibTrans" cxnId="{6BFDD501-154B-7D49-8155-D17A2A2623DE}">
      <dgm:prSet/>
      <dgm:spPr/>
      <dgm:t>
        <a:bodyPr/>
        <a:lstStyle/>
        <a:p>
          <a:endParaRPr lang="fr-FR"/>
        </a:p>
      </dgm:t>
    </dgm:pt>
    <dgm:pt modelId="{E3E85301-E7AF-8443-948B-FB34BBF7B982}">
      <dgm:prSet phldrT="[Texte]" custT="1"/>
      <dgm:spPr/>
      <dgm:t>
        <a:bodyPr/>
        <a:lstStyle/>
        <a:p>
          <a:r>
            <a:rPr lang="fr-FR" sz="1400" dirty="0"/>
            <a:t>Corée du Nord</a:t>
          </a:r>
          <a:r>
            <a:rPr lang="fr-FR" sz="1100" dirty="0"/>
            <a:t>		2093</a:t>
          </a:r>
        </a:p>
      </dgm:t>
    </dgm:pt>
    <dgm:pt modelId="{F5B67473-441C-DC46-B13A-E48A6017CC65}" type="parTrans" cxnId="{7455D5D1-C587-B248-9CC5-86D951EA6DA0}">
      <dgm:prSet/>
      <dgm:spPr/>
      <dgm:t>
        <a:bodyPr/>
        <a:lstStyle/>
        <a:p>
          <a:endParaRPr lang="fr-FR"/>
        </a:p>
      </dgm:t>
    </dgm:pt>
    <dgm:pt modelId="{B2156491-71A0-0546-8992-E93014464BD2}" type="sibTrans" cxnId="{7455D5D1-C587-B248-9CC5-86D951EA6DA0}">
      <dgm:prSet/>
      <dgm:spPr/>
      <dgm:t>
        <a:bodyPr/>
        <a:lstStyle/>
        <a:p>
          <a:endParaRPr lang="fr-FR"/>
        </a:p>
      </dgm:t>
    </dgm:pt>
    <dgm:pt modelId="{9E201189-1321-5846-9502-C4BA7BF7DD82}">
      <dgm:prSet phldrT="[Texte]" custT="1"/>
      <dgm:spPr/>
      <dgm:t>
        <a:bodyPr/>
        <a:lstStyle/>
        <a:p>
          <a:r>
            <a:rPr lang="fr-FR" sz="1400" dirty="0"/>
            <a:t>Tchad</a:t>
          </a:r>
          <a:r>
            <a:rPr lang="fr-FR" sz="1100" dirty="0"/>
            <a:t>			2109</a:t>
          </a:r>
        </a:p>
      </dgm:t>
    </dgm:pt>
    <dgm:pt modelId="{18B2C139-87D9-6448-A212-023C2748DD3C}" type="parTrans" cxnId="{D8769D84-2E22-6543-90E6-5CAF3EE6B79D}">
      <dgm:prSet/>
      <dgm:spPr/>
      <dgm:t>
        <a:bodyPr/>
        <a:lstStyle/>
        <a:p>
          <a:endParaRPr lang="fr-FR"/>
        </a:p>
      </dgm:t>
    </dgm:pt>
    <dgm:pt modelId="{5AE0F3F3-008F-8941-BE4A-B268CFEE6606}" type="sibTrans" cxnId="{D8769D84-2E22-6543-90E6-5CAF3EE6B79D}">
      <dgm:prSet/>
      <dgm:spPr/>
      <dgm:t>
        <a:bodyPr/>
        <a:lstStyle/>
        <a:p>
          <a:endParaRPr lang="fr-FR"/>
        </a:p>
      </dgm:t>
    </dgm:pt>
    <dgm:pt modelId="{2DB8FBB4-35A3-3849-9C63-EF4F95CD31E9}">
      <dgm:prSet phldrT="[Texte]" custT="1"/>
      <dgm:spPr/>
      <dgm:t>
        <a:bodyPr/>
        <a:lstStyle/>
        <a:p>
          <a:r>
            <a:rPr lang="fr-FR" sz="1400" dirty="0"/>
            <a:t>Zimbabwe</a:t>
          </a:r>
          <a:r>
            <a:rPr lang="fr-FR" sz="1100" dirty="0"/>
            <a:t>		2113</a:t>
          </a:r>
        </a:p>
      </dgm:t>
    </dgm:pt>
    <dgm:pt modelId="{D22EC9FC-F68F-994F-BBA3-374F37B449BA}" type="parTrans" cxnId="{1BE5CCD1-8BD4-BC43-92E0-46A55C35D178}">
      <dgm:prSet/>
      <dgm:spPr/>
      <dgm:t>
        <a:bodyPr/>
        <a:lstStyle/>
        <a:p>
          <a:endParaRPr lang="fr-FR"/>
        </a:p>
      </dgm:t>
    </dgm:pt>
    <dgm:pt modelId="{2EB99649-F28C-334A-B9E2-2CA8AEDC5C40}" type="sibTrans" cxnId="{1BE5CCD1-8BD4-BC43-92E0-46A55C35D178}">
      <dgm:prSet/>
      <dgm:spPr/>
      <dgm:t>
        <a:bodyPr/>
        <a:lstStyle/>
        <a:p>
          <a:endParaRPr lang="fr-FR"/>
        </a:p>
      </dgm:t>
    </dgm:pt>
    <dgm:pt modelId="{697AA1FE-B332-624E-A2B7-CC3A0722BEFE}">
      <dgm:prSet phldrT="[Texte]" custT="1"/>
      <dgm:spPr/>
      <dgm:t>
        <a:bodyPr/>
        <a:lstStyle/>
        <a:p>
          <a:r>
            <a:rPr lang="fr-FR" sz="1400" dirty="0"/>
            <a:t>Ouganda</a:t>
          </a:r>
          <a:r>
            <a:rPr lang="fr-FR" sz="1100" dirty="0"/>
            <a:t>		2116</a:t>
          </a:r>
        </a:p>
      </dgm:t>
    </dgm:pt>
    <dgm:pt modelId="{396884F1-03A2-F840-8854-BBD960FF1B34}" type="parTrans" cxnId="{7314CBA4-B8E9-6E4E-ADC4-9F6EAE528019}">
      <dgm:prSet/>
      <dgm:spPr/>
      <dgm:t>
        <a:bodyPr/>
        <a:lstStyle/>
        <a:p>
          <a:endParaRPr lang="fr-FR"/>
        </a:p>
      </dgm:t>
    </dgm:pt>
    <dgm:pt modelId="{996AB333-0B65-D34D-945C-9BF8745025AB}" type="sibTrans" cxnId="{7314CBA4-B8E9-6E4E-ADC4-9F6EAE528019}">
      <dgm:prSet/>
      <dgm:spPr/>
      <dgm:t>
        <a:bodyPr/>
        <a:lstStyle/>
        <a:p>
          <a:endParaRPr lang="fr-FR"/>
        </a:p>
      </dgm:t>
    </dgm:pt>
    <dgm:pt modelId="{AAEDE16A-EF88-6A4D-B001-29C1676322E2}">
      <dgm:prSet phldrT="[Texte]" custT="1"/>
      <dgm:spPr/>
      <dgm:t>
        <a:bodyPr/>
        <a:lstStyle/>
        <a:p>
          <a:r>
            <a:rPr lang="fr-FR" sz="1400" dirty="0"/>
            <a:t>Allemagne</a:t>
          </a:r>
          <a:r>
            <a:rPr lang="fr-FR" sz="1100" dirty="0"/>
            <a:t>		3503</a:t>
          </a:r>
        </a:p>
      </dgm:t>
    </dgm:pt>
    <dgm:pt modelId="{6069F39D-12E3-8341-910A-8E4F8573FCF9}" type="parTrans" cxnId="{DAC2204E-B02D-614E-A0DC-5303C708D7FC}">
      <dgm:prSet/>
      <dgm:spPr/>
      <dgm:t>
        <a:bodyPr/>
        <a:lstStyle/>
        <a:p>
          <a:endParaRPr lang="fr-FR"/>
        </a:p>
      </dgm:t>
    </dgm:pt>
    <dgm:pt modelId="{210E01DA-7FC5-E344-A065-ACCBA6F4FAE9}" type="sibTrans" cxnId="{DAC2204E-B02D-614E-A0DC-5303C708D7FC}">
      <dgm:prSet/>
      <dgm:spPr/>
      <dgm:t>
        <a:bodyPr/>
        <a:lstStyle/>
        <a:p>
          <a:endParaRPr lang="fr-FR"/>
        </a:p>
      </dgm:t>
    </dgm:pt>
    <dgm:pt modelId="{BF77B068-D85D-024D-8F60-31ED47FAA8DB}">
      <dgm:prSet phldrT="[Texte]" custT="1"/>
      <dgm:spPr/>
      <dgm:t>
        <a:bodyPr/>
        <a:lstStyle/>
        <a:p>
          <a:r>
            <a:rPr lang="fr-FR" sz="1400" dirty="0"/>
            <a:t>USA</a:t>
          </a:r>
          <a:r>
            <a:rPr lang="fr-FR" sz="1100" dirty="0"/>
            <a:t>			3682</a:t>
          </a:r>
        </a:p>
      </dgm:t>
    </dgm:pt>
    <dgm:pt modelId="{8EE98D13-28AC-9C49-BF1B-218D12BEA129}" type="parTrans" cxnId="{8A043765-B6A1-704C-80BD-DEB79D8A7A06}">
      <dgm:prSet/>
      <dgm:spPr/>
      <dgm:t>
        <a:bodyPr/>
        <a:lstStyle/>
        <a:p>
          <a:endParaRPr lang="fr-FR"/>
        </a:p>
      </dgm:t>
    </dgm:pt>
    <dgm:pt modelId="{2A410714-7537-9942-8BCD-D6AB3CE52392}" type="sibTrans" cxnId="{8A043765-B6A1-704C-80BD-DEB79D8A7A06}">
      <dgm:prSet/>
      <dgm:spPr/>
      <dgm:t>
        <a:bodyPr/>
        <a:lstStyle/>
        <a:p>
          <a:endParaRPr lang="fr-FR"/>
        </a:p>
      </dgm:t>
    </dgm:pt>
    <dgm:pt modelId="{19D80ED4-1B81-DB46-80DC-F1CAECB2BE7A}">
      <dgm:prSet phldrT="[Texte]" custT="1"/>
      <dgm:spPr/>
      <dgm:t>
        <a:bodyPr/>
        <a:lstStyle/>
        <a:p>
          <a:r>
            <a:rPr lang="fr-FR" sz="1400" dirty="0"/>
            <a:t>Israël</a:t>
          </a:r>
          <a:r>
            <a:rPr lang="fr-FR" sz="1100" dirty="0"/>
            <a:t>			3610</a:t>
          </a:r>
        </a:p>
      </dgm:t>
    </dgm:pt>
    <dgm:pt modelId="{A96D5F3B-9BDF-5F46-A721-6EE52B6FBEE5}" type="parTrans" cxnId="{A00DE281-9D1B-EA4D-B086-649EC2C9697C}">
      <dgm:prSet/>
      <dgm:spPr/>
      <dgm:t>
        <a:bodyPr/>
        <a:lstStyle/>
        <a:p>
          <a:endParaRPr lang="fr-FR"/>
        </a:p>
      </dgm:t>
    </dgm:pt>
    <dgm:pt modelId="{861D822E-151E-F740-9A21-EFE5DC1C1376}" type="sibTrans" cxnId="{A00DE281-9D1B-EA4D-B086-649EC2C9697C}">
      <dgm:prSet/>
      <dgm:spPr/>
      <dgm:t>
        <a:bodyPr/>
        <a:lstStyle/>
        <a:p>
          <a:endParaRPr lang="fr-FR"/>
        </a:p>
      </dgm:t>
    </dgm:pt>
    <dgm:pt modelId="{4B502A4D-0D61-4149-BE2C-4D6AE621DABB}">
      <dgm:prSet phldrT="[Texte]" custT="1"/>
      <dgm:spPr/>
      <dgm:t>
        <a:bodyPr/>
        <a:lstStyle/>
        <a:p>
          <a:r>
            <a:rPr lang="fr-FR" sz="1400" dirty="0"/>
            <a:t>Irlande</a:t>
          </a:r>
          <a:r>
            <a:rPr lang="fr-FR" sz="1100" dirty="0"/>
            <a:t>			3602</a:t>
          </a:r>
        </a:p>
      </dgm:t>
    </dgm:pt>
    <dgm:pt modelId="{DCBA1756-30C6-694F-A2E5-9E2736690008}" type="parTrans" cxnId="{C60A7376-0373-E440-B06C-8DD8CD2DD44B}">
      <dgm:prSet/>
      <dgm:spPr/>
      <dgm:t>
        <a:bodyPr/>
        <a:lstStyle/>
        <a:p>
          <a:endParaRPr lang="fr-FR"/>
        </a:p>
      </dgm:t>
    </dgm:pt>
    <dgm:pt modelId="{012C9D95-DFE7-C843-94BC-EAFC93F26753}" type="sibTrans" cxnId="{C60A7376-0373-E440-B06C-8DD8CD2DD44B}">
      <dgm:prSet/>
      <dgm:spPr/>
      <dgm:t>
        <a:bodyPr/>
        <a:lstStyle/>
        <a:p>
          <a:endParaRPr lang="fr-FR"/>
        </a:p>
      </dgm:t>
    </dgm:pt>
    <dgm:pt modelId="{A8D8E542-A90B-C045-94D3-A62AEB82D689}">
      <dgm:prSet phldrT="[Texte]" custT="1"/>
      <dgm:spPr/>
      <dgm:t>
        <a:bodyPr/>
        <a:lstStyle/>
        <a:p>
          <a:r>
            <a:rPr lang="fr-FR" sz="1400" dirty="0"/>
            <a:t>Italie</a:t>
          </a:r>
          <a:r>
            <a:rPr lang="fr-FR" sz="1100" dirty="0"/>
            <a:t>			3575</a:t>
          </a:r>
        </a:p>
      </dgm:t>
    </dgm:pt>
    <dgm:pt modelId="{2BCC6170-A6A7-F647-9598-44F422C071A6}" type="parTrans" cxnId="{11E26649-DCEF-4548-B29F-700F78C51515}">
      <dgm:prSet/>
      <dgm:spPr/>
      <dgm:t>
        <a:bodyPr/>
        <a:lstStyle/>
        <a:p>
          <a:endParaRPr lang="fr-FR"/>
        </a:p>
      </dgm:t>
    </dgm:pt>
    <dgm:pt modelId="{B97F8CA0-1BB9-F349-A209-921C51AE4218}" type="sibTrans" cxnId="{11E26649-DCEF-4548-B29F-700F78C51515}">
      <dgm:prSet/>
      <dgm:spPr/>
      <dgm:t>
        <a:bodyPr/>
        <a:lstStyle/>
        <a:p>
          <a:endParaRPr lang="fr-FR"/>
        </a:p>
      </dgm:t>
    </dgm:pt>
    <dgm:pt modelId="{60171EF9-5C5D-FF42-A8BE-6CE3DE4EE8CC}">
      <dgm:prSet phldrT="[Texte]" custT="1"/>
      <dgm:spPr/>
      <dgm:t>
        <a:bodyPr/>
        <a:lstStyle/>
        <a:p>
          <a:r>
            <a:rPr lang="fr-FR" sz="1400" dirty="0"/>
            <a:t>Luxembourg</a:t>
          </a:r>
          <a:r>
            <a:rPr lang="fr-FR" sz="1100" dirty="0"/>
            <a:t>		3540</a:t>
          </a:r>
        </a:p>
      </dgm:t>
    </dgm:pt>
    <dgm:pt modelId="{039A597B-B153-ED47-8D32-7EA048240DB0}" type="parTrans" cxnId="{616D2C6F-6A9B-664C-A6F9-C04DDAE7417F}">
      <dgm:prSet/>
      <dgm:spPr/>
      <dgm:t>
        <a:bodyPr/>
        <a:lstStyle/>
        <a:p>
          <a:endParaRPr lang="fr-FR"/>
        </a:p>
      </dgm:t>
    </dgm:pt>
    <dgm:pt modelId="{D2EADB3A-9A30-1847-973C-8BA10C47D136}" type="sibTrans" cxnId="{616D2C6F-6A9B-664C-A6F9-C04DDAE7417F}">
      <dgm:prSet/>
      <dgm:spPr/>
      <dgm:t>
        <a:bodyPr/>
        <a:lstStyle/>
        <a:p>
          <a:endParaRPr lang="fr-FR"/>
        </a:p>
      </dgm:t>
    </dgm:pt>
    <dgm:pt modelId="{485BC94A-6417-FC47-83FF-3BB727F0CAF2}">
      <dgm:prSet phldrT="[Texte]" custT="1"/>
      <dgm:spPr/>
      <dgm:t>
        <a:bodyPr/>
        <a:lstStyle/>
        <a:p>
          <a:r>
            <a:rPr lang="fr-FR" sz="1400" dirty="0"/>
            <a:t>Égypte</a:t>
          </a:r>
          <a:r>
            <a:rPr lang="fr-FR" sz="1100" dirty="0"/>
            <a:t>			3518</a:t>
          </a:r>
        </a:p>
      </dgm:t>
    </dgm:pt>
    <dgm:pt modelId="{57E7B58E-5B2E-4F47-9D0A-193333748E4A}" type="parTrans" cxnId="{73937B63-CA80-C14B-870D-06693982B935}">
      <dgm:prSet/>
      <dgm:spPr/>
      <dgm:t>
        <a:bodyPr/>
        <a:lstStyle/>
        <a:p>
          <a:endParaRPr lang="fr-FR"/>
        </a:p>
      </dgm:t>
    </dgm:pt>
    <dgm:pt modelId="{DF98F371-AAB0-5640-A688-ACDB17D4AD9F}" type="sibTrans" cxnId="{73937B63-CA80-C14B-870D-06693982B935}">
      <dgm:prSet/>
      <dgm:spPr/>
      <dgm:t>
        <a:bodyPr/>
        <a:lstStyle/>
        <a:p>
          <a:endParaRPr lang="fr-FR"/>
        </a:p>
      </dgm:t>
    </dgm:pt>
    <dgm:pt modelId="{EAC8862D-16CC-0B42-A11B-DB0F0FB4D95B}">
      <dgm:prSet phldrT="[Texte]" custT="1"/>
      <dgm:spPr/>
      <dgm:t>
        <a:bodyPr/>
        <a:lstStyle/>
        <a:p>
          <a:r>
            <a:rPr lang="fr-FR" sz="1400" dirty="0"/>
            <a:t>Autriche</a:t>
          </a:r>
          <a:r>
            <a:rPr lang="fr-FR" sz="1100" dirty="0"/>
            <a:t>		3770</a:t>
          </a:r>
        </a:p>
      </dgm:t>
    </dgm:pt>
    <dgm:pt modelId="{4CFFEF46-8CD9-BB4C-8609-389D0D5C7136}" type="sibTrans" cxnId="{E0B45D7F-DCA6-2C48-82F5-CD4580F8DA21}">
      <dgm:prSet/>
      <dgm:spPr/>
      <dgm:t>
        <a:bodyPr/>
        <a:lstStyle/>
        <a:p>
          <a:endParaRPr lang="fr-FR"/>
        </a:p>
      </dgm:t>
    </dgm:pt>
    <dgm:pt modelId="{258F67E7-E7D1-C244-87C8-390552419699}" type="parTrans" cxnId="{E0B45D7F-DCA6-2C48-82F5-CD4580F8DA21}">
      <dgm:prSet/>
      <dgm:spPr/>
      <dgm:t>
        <a:bodyPr/>
        <a:lstStyle/>
        <a:p>
          <a:endParaRPr lang="fr-FR"/>
        </a:p>
      </dgm:t>
    </dgm:pt>
    <dgm:pt modelId="{03D05628-F9D9-7A4E-892C-E93629AAA8E5}" type="pres">
      <dgm:prSet presAssocID="{25A0BD7A-6135-4F40-BE77-E77CAB5659CF}" presName="layout" presStyleCnt="0">
        <dgm:presLayoutVars>
          <dgm:chMax/>
          <dgm:chPref/>
          <dgm:dir/>
          <dgm:resizeHandles/>
        </dgm:presLayoutVars>
      </dgm:prSet>
      <dgm:spPr/>
    </dgm:pt>
    <dgm:pt modelId="{6CD9559E-AB22-4541-8533-7E42714FF5C7}" type="pres">
      <dgm:prSet presAssocID="{943B497C-35F5-6E42-913F-3FE3B065195A}" presName="root" presStyleCnt="0">
        <dgm:presLayoutVars>
          <dgm:chMax/>
          <dgm:chPref/>
        </dgm:presLayoutVars>
      </dgm:prSet>
      <dgm:spPr/>
    </dgm:pt>
    <dgm:pt modelId="{F30C74AE-F834-1648-AB0F-A714A9FBDE90}" type="pres">
      <dgm:prSet presAssocID="{943B497C-35F5-6E42-913F-3FE3B065195A}" presName="rootComposite" presStyleCnt="0">
        <dgm:presLayoutVars/>
      </dgm:prSet>
      <dgm:spPr/>
    </dgm:pt>
    <dgm:pt modelId="{91C5469E-DD17-604D-91C2-62FAE073C8DA}" type="pres">
      <dgm:prSet presAssocID="{943B497C-35F5-6E42-913F-3FE3B065195A}" presName="ParentAccent" presStyleLbl="alignNode1" presStyleIdx="0" presStyleCnt="2"/>
      <dgm:spPr/>
    </dgm:pt>
    <dgm:pt modelId="{0F2470BD-64E6-BA49-B34E-FC26A7E430F6}" type="pres">
      <dgm:prSet presAssocID="{943B497C-35F5-6E42-913F-3FE3B065195A}" presName="ParentSmallAccent" presStyleLbl="fgAcc1" presStyleIdx="0" presStyleCnt="2"/>
      <dgm:spPr/>
    </dgm:pt>
    <dgm:pt modelId="{5F56A66B-4C09-9345-8759-301305C795FE}" type="pres">
      <dgm:prSet presAssocID="{943B497C-35F5-6E42-913F-3FE3B065195A}" presName="Parent" presStyleLbl="revTx" presStyleIdx="0" presStyleCnt="22">
        <dgm:presLayoutVars>
          <dgm:chMax/>
          <dgm:chPref val="4"/>
          <dgm:bulletEnabled val="1"/>
        </dgm:presLayoutVars>
      </dgm:prSet>
      <dgm:spPr/>
    </dgm:pt>
    <dgm:pt modelId="{5E66170D-942E-8449-9E1D-DA198B771152}" type="pres">
      <dgm:prSet presAssocID="{943B497C-35F5-6E42-913F-3FE3B065195A}" presName="childShape" presStyleCnt="0">
        <dgm:presLayoutVars>
          <dgm:chMax val="0"/>
          <dgm:chPref val="0"/>
        </dgm:presLayoutVars>
      </dgm:prSet>
      <dgm:spPr/>
    </dgm:pt>
    <dgm:pt modelId="{FAFE9B41-85BF-3D47-940D-7ADB2340DB04}" type="pres">
      <dgm:prSet presAssocID="{EAC8862D-16CC-0B42-A11B-DB0F0FB4D95B}" presName="childComposite" presStyleCnt="0">
        <dgm:presLayoutVars>
          <dgm:chMax val="0"/>
          <dgm:chPref val="0"/>
        </dgm:presLayoutVars>
      </dgm:prSet>
      <dgm:spPr/>
    </dgm:pt>
    <dgm:pt modelId="{531F52EC-27C8-B24C-9F25-6BA2BFBF1828}" type="pres">
      <dgm:prSet presAssocID="{EAC8862D-16CC-0B42-A11B-DB0F0FB4D95B}" presName="ChildAccent" presStyleLbl="solidFgAcc1" presStyleIdx="0" presStyleCnt="20"/>
      <dgm:spPr/>
    </dgm:pt>
    <dgm:pt modelId="{69F6C530-C429-1648-9089-EFE72C13B228}" type="pres">
      <dgm:prSet presAssocID="{EAC8862D-16CC-0B42-A11B-DB0F0FB4D95B}" presName="Child" presStyleLbl="revTx" presStyleIdx="1" presStyleCnt="22">
        <dgm:presLayoutVars>
          <dgm:chMax val="0"/>
          <dgm:chPref val="0"/>
          <dgm:bulletEnabled val="1"/>
        </dgm:presLayoutVars>
      </dgm:prSet>
      <dgm:spPr/>
    </dgm:pt>
    <dgm:pt modelId="{534DE35C-6955-DB4D-B1D1-305BA063F18F}" type="pres">
      <dgm:prSet presAssocID="{371FD9D5-1E9F-DB4A-A1A4-A153AE90A404}" presName="childComposite" presStyleCnt="0">
        <dgm:presLayoutVars>
          <dgm:chMax val="0"/>
          <dgm:chPref val="0"/>
        </dgm:presLayoutVars>
      </dgm:prSet>
      <dgm:spPr/>
    </dgm:pt>
    <dgm:pt modelId="{22292103-54BC-9045-9070-0FDCFE38A0A4}" type="pres">
      <dgm:prSet presAssocID="{371FD9D5-1E9F-DB4A-A1A4-A153AE90A404}" presName="ChildAccent" presStyleLbl="solidFgAcc1" presStyleIdx="1" presStyleCnt="20"/>
      <dgm:spPr/>
    </dgm:pt>
    <dgm:pt modelId="{5384B137-EC1C-5C47-B004-94DE0A17A26D}" type="pres">
      <dgm:prSet presAssocID="{371FD9D5-1E9F-DB4A-A1A4-A153AE90A404}" presName="Child" presStyleLbl="revTx" presStyleIdx="2" presStyleCnt="22">
        <dgm:presLayoutVars>
          <dgm:chMax val="0"/>
          <dgm:chPref val="0"/>
          <dgm:bulletEnabled val="1"/>
        </dgm:presLayoutVars>
      </dgm:prSet>
      <dgm:spPr/>
    </dgm:pt>
    <dgm:pt modelId="{83E83257-2374-2F4A-82C1-99EA96B69677}" type="pres">
      <dgm:prSet presAssocID="{175CB841-A23E-6241-8392-20054D599A37}" presName="childComposite" presStyleCnt="0">
        <dgm:presLayoutVars>
          <dgm:chMax val="0"/>
          <dgm:chPref val="0"/>
        </dgm:presLayoutVars>
      </dgm:prSet>
      <dgm:spPr/>
    </dgm:pt>
    <dgm:pt modelId="{A9E5BBA6-C3CC-5546-A848-188D6D2A9687}" type="pres">
      <dgm:prSet presAssocID="{175CB841-A23E-6241-8392-20054D599A37}" presName="ChildAccent" presStyleLbl="solidFgAcc1" presStyleIdx="2" presStyleCnt="20"/>
      <dgm:spPr/>
    </dgm:pt>
    <dgm:pt modelId="{F12C7804-2AC1-F841-9C23-847F75659DFB}" type="pres">
      <dgm:prSet presAssocID="{175CB841-A23E-6241-8392-20054D599A37}" presName="Child" presStyleLbl="revTx" presStyleIdx="3" presStyleCnt="22">
        <dgm:presLayoutVars>
          <dgm:chMax val="0"/>
          <dgm:chPref val="0"/>
          <dgm:bulletEnabled val="1"/>
        </dgm:presLayoutVars>
      </dgm:prSet>
      <dgm:spPr/>
    </dgm:pt>
    <dgm:pt modelId="{26A47AFE-90EA-0D44-B1DB-999384CEDFC0}" type="pres">
      <dgm:prSet presAssocID="{BF77B068-D85D-024D-8F60-31ED47FAA8DB}" presName="childComposite" presStyleCnt="0">
        <dgm:presLayoutVars>
          <dgm:chMax val="0"/>
          <dgm:chPref val="0"/>
        </dgm:presLayoutVars>
      </dgm:prSet>
      <dgm:spPr/>
    </dgm:pt>
    <dgm:pt modelId="{431D4736-56E9-8848-9094-ECF7D123E8C1}" type="pres">
      <dgm:prSet presAssocID="{BF77B068-D85D-024D-8F60-31ED47FAA8DB}" presName="ChildAccent" presStyleLbl="solidFgAcc1" presStyleIdx="3" presStyleCnt="20"/>
      <dgm:spPr/>
    </dgm:pt>
    <dgm:pt modelId="{A1CD1D52-8710-F446-B5E7-EEF77FCEA4C1}" type="pres">
      <dgm:prSet presAssocID="{BF77B068-D85D-024D-8F60-31ED47FAA8DB}" presName="Child" presStyleLbl="revTx" presStyleIdx="4" presStyleCnt="22">
        <dgm:presLayoutVars>
          <dgm:chMax val="0"/>
          <dgm:chPref val="0"/>
          <dgm:bulletEnabled val="1"/>
        </dgm:presLayoutVars>
      </dgm:prSet>
      <dgm:spPr/>
    </dgm:pt>
    <dgm:pt modelId="{E5199B8B-74ED-704F-97D1-123006131C91}" type="pres">
      <dgm:prSet presAssocID="{19D80ED4-1B81-DB46-80DC-F1CAECB2BE7A}" presName="childComposite" presStyleCnt="0">
        <dgm:presLayoutVars>
          <dgm:chMax val="0"/>
          <dgm:chPref val="0"/>
        </dgm:presLayoutVars>
      </dgm:prSet>
      <dgm:spPr/>
    </dgm:pt>
    <dgm:pt modelId="{042E6EA1-9316-0643-85D0-CDDC0A8FE4EF}" type="pres">
      <dgm:prSet presAssocID="{19D80ED4-1B81-DB46-80DC-F1CAECB2BE7A}" presName="ChildAccent" presStyleLbl="solidFgAcc1" presStyleIdx="4" presStyleCnt="20"/>
      <dgm:spPr/>
    </dgm:pt>
    <dgm:pt modelId="{F00409CE-1C04-6D4F-B772-34A9FB87C970}" type="pres">
      <dgm:prSet presAssocID="{19D80ED4-1B81-DB46-80DC-F1CAECB2BE7A}" presName="Child" presStyleLbl="revTx" presStyleIdx="5" presStyleCnt="22">
        <dgm:presLayoutVars>
          <dgm:chMax val="0"/>
          <dgm:chPref val="0"/>
          <dgm:bulletEnabled val="1"/>
        </dgm:presLayoutVars>
      </dgm:prSet>
      <dgm:spPr/>
    </dgm:pt>
    <dgm:pt modelId="{DD5FA089-24E4-414F-A6FB-F822A57921B6}" type="pres">
      <dgm:prSet presAssocID="{4B502A4D-0D61-4149-BE2C-4D6AE621DABB}" presName="childComposite" presStyleCnt="0">
        <dgm:presLayoutVars>
          <dgm:chMax val="0"/>
          <dgm:chPref val="0"/>
        </dgm:presLayoutVars>
      </dgm:prSet>
      <dgm:spPr/>
    </dgm:pt>
    <dgm:pt modelId="{AD86E89E-52CC-B64E-9FF6-12970E9702C1}" type="pres">
      <dgm:prSet presAssocID="{4B502A4D-0D61-4149-BE2C-4D6AE621DABB}" presName="ChildAccent" presStyleLbl="solidFgAcc1" presStyleIdx="5" presStyleCnt="20"/>
      <dgm:spPr/>
    </dgm:pt>
    <dgm:pt modelId="{701564CF-FBE3-4040-8431-806EDE4AC9C3}" type="pres">
      <dgm:prSet presAssocID="{4B502A4D-0D61-4149-BE2C-4D6AE621DABB}" presName="Child" presStyleLbl="revTx" presStyleIdx="6" presStyleCnt="22">
        <dgm:presLayoutVars>
          <dgm:chMax val="0"/>
          <dgm:chPref val="0"/>
          <dgm:bulletEnabled val="1"/>
        </dgm:presLayoutVars>
      </dgm:prSet>
      <dgm:spPr/>
    </dgm:pt>
    <dgm:pt modelId="{7808243C-7A85-594B-9EA2-97492100410D}" type="pres">
      <dgm:prSet presAssocID="{A8D8E542-A90B-C045-94D3-A62AEB82D689}" presName="childComposite" presStyleCnt="0">
        <dgm:presLayoutVars>
          <dgm:chMax val="0"/>
          <dgm:chPref val="0"/>
        </dgm:presLayoutVars>
      </dgm:prSet>
      <dgm:spPr/>
    </dgm:pt>
    <dgm:pt modelId="{D4550056-9E03-8443-8DC3-AA332B7DDF6B}" type="pres">
      <dgm:prSet presAssocID="{A8D8E542-A90B-C045-94D3-A62AEB82D689}" presName="ChildAccent" presStyleLbl="solidFgAcc1" presStyleIdx="6" presStyleCnt="20"/>
      <dgm:spPr/>
    </dgm:pt>
    <dgm:pt modelId="{8BE0CC61-50B0-DD4C-B818-40FA2D1B22B2}" type="pres">
      <dgm:prSet presAssocID="{A8D8E542-A90B-C045-94D3-A62AEB82D689}" presName="Child" presStyleLbl="revTx" presStyleIdx="7" presStyleCnt="22">
        <dgm:presLayoutVars>
          <dgm:chMax val="0"/>
          <dgm:chPref val="0"/>
          <dgm:bulletEnabled val="1"/>
        </dgm:presLayoutVars>
      </dgm:prSet>
      <dgm:spPr/>
    </dgm:pt>
    <dgm:pt modelId="{C4818A26-093B-3E42-8903-1E06D29BBF5C}" type="pres">
      <dgm:prSet presAssocID="{60171EF9-5C5D-FF42-A8BE-6CE3DE4EE8CC}" presName="childComposite" presStyleCnt="0">
        <dgm:presLayoutVars>
          <dgm:chMax val="0"/>
          <dgm:chPref val="0"/>
        </dgm:presLayoutVars>
      </dgm:prSet>
      <dgm:spPr/>
    </dgm:pt>
    <dgm:pt modelId="{C5B8F932-3725-AA49-9A7F-4DCE34F20C38}" type="pres">
      <dgm:prSet presAssocID="{60171EF9-5C5D-FF42-A8BE-6CE3DE4EE8CC}" presName="ChildAccent" presStyleLbl="solidFgAcc1" presStyleIdx="7" presStyleCnt="20"/>
      <dgm:spPr/>
    </dgm:pt>
    <dgm:pt modelId="{2DE82DD6-3B67-6542-8306-DC1B34915189}" type="pres">
      <dgm:prSet presAssocID="{60171EF9-5C5D-FF42-A8BE-6CE3DE4EE8CC}" presName="Child" presStyleLbl="revTx" presStyleIdx="8" presStyleCnt="22">
        <dgm:presLayoutVars>
          <dgm:chMax val="0"/>
          <dgm:chPref val="0"/>
          <dgm:bulletEnabled val="1"/>
        </dgm:presLayoutVars>
      </dgm:prSet>
      <dgm:spPr/>
    </dgm:pt>
    <dgm:pt modelId="{DC57E0D3-3CC6-1644-92CE-689EC8DB1680}" type="pres">
      <dgm:prSet presAssocID="{485BC94A-6417-FC47-83FF-3BB727F0CAF2}" presName="childComposite" presStyleCnt="0">
        <dgm:presLayoutVars>
          <dgm:chMax val="0"/>
          <dgm:chPref val="0"/>
        </dgm:presLayoutVars>
      </dgm:prSet>
      <dgm:spPr/>
    </dgm:pt>
    <dgm:pt modelId="{054BC3B0-07BD-4649-973A-360727EC1799}" type="pres">
      <dgm:prSet presAssocID="{485BC94A-6417-FC47-83FF-3BB727F0CAF2}" presName="ChildAccent" presStyleLbl="solidFgAcc1" presStyleIdx="8" presStyleCnt="20"/>
      <dgm:spPr/>
    </dgm:pt>
    <dgm:pt modelId="{971A581A-1872-AD45-9118-B8E3D211BD8A}" type="pres">
      <dgm:prSet presAssocID="{485BC94A-6417-FC47-83FF-3BB727F0CAF2}" presName="Child" presStyleLbl="revTx" presStyleIdx="9" presStyleCnt="22">
        <dgm:presLayoutVars>
          <dgm:chMax val="0"/>
          <dgm:chPref val="0"/>
          <dgm:bulletEnabled val="1"/>
        </dgm:presLayoutVars>
      </dgm:prSet>
      <dgm:spPr/>
    </dgm:pt>
    <dgm:pt modelId="{E03BF0BA-DE07-2644-8396-0CFFE3975BB6}" type="pres">
      <dgm:prSet presAssocID="{AAEDE16A-EF88-6A4D-B001-29C1676322E2}" presName="childComposite" presStyleCnt="0">
        <dgm:presLayoutVars>
          <dgm:chMax val="0"/>
          <dgm:chPref val="0"/>
        </dgm:presLayoutVars>
      </dgm:prSet>
      <dgm:spPr/>
    </dgm:pt>
    <dgm:pt modelId="{3F962FC2-3535-944F-9C5B-84938561E9DB}" type="pres">
      <dgm:prSet presAssocID="{AAEDE16A-EF88-6A4D-B001-29C1676322E2}" presName="ChildAccent" presStyleLbl="solidFgAcc1" presStyleIdx="9" presStyleCnt="20"/>
      <dgm:spPr/>
    </dgm:pt>
    <dgm:pt modelId="{9B1A135C-DDEA-F34B-B878-8AEA75B85479}" type="pres">
      <dgm:prSet presAssocID="{AAEDE16A-EF88-6A4D-B001-29C1676322E2}" presName="Child" presStyleLbl="revTx" presStyleIdx="10" presStyleCnt="22">
        <dgm:presLayoutVars>
          <dgm:chMax val="0"/>
          <dgm:chPref val="0"/>
          <dgm:bulletEnabled val="1"/>
        </dgm:presLayoutVars>
      </dgm:prSet>
      <dgm:spPr/>
    </dgm:pt>
    <dgm:pt modelId="{1EEBB18F-EDEC-0A45-AABB-90A95BD768CA}" type="pres">
      <dgm:prSet presAssocID="{D8820346-A184-B946-BDA1-E948DF1A1432}" presName="root" presStyleCnt="0">
        <dgm:presLayoutVars>
          <dgm:chMax/>
          <dgm:chPref/>
        </dgm:presLayoutVars>
      </dgm:prSet>
      <dgm:spPr/>
    </dgm:pt>
    <dgm:pt modelId="{0CAA94B0-84E2-0843-8F79-6FF66FD2099B}" type="pres">
      <dgm:prSet presAssocID="{D8820346-A184-B946-BDA1-E948DF1A1432}" presName="rootComposite" presStyleCnt="0">
        <dgm:presLayoutVars/>
      </dgm:prSet>
      <dgm:spPr/>
    </dgm:pt>
    <dgm:pt modelId="{10EC1325-C5F3-6E49-8128-5ADF4040E0F0}" type="pres">
      <dgm:prSet presAssocID="{D8820346-A184-B946-BDA1-E948DF1A1432}" presName="ParentAccent" presStyleLbl="alignNode1" presStyleIdx="1" presStyleCnt="2"/>
      <dgm:spPr/>
    </dgm:pt>
    <dgm:pt modelId="{8CC1A5F7-973D-704F-BFD2-97C824B78FEE}" type="pres">
      <dgm:prSet presAssocID="{D8820346-A184-B946-BDA1-E948DF1A1432}" presName="ParentSmallAccent" presStyleLbl="fgAcc1" presStyleIdx="1" presStyleCnt="2"/>
      <dgm:spPr/>
    </dgm:pt>
    <dgm:pt modelId="{7A276E04-CEB7-0C40-AE31-6B54F773A005}" type="pres">
      <dgm:prSet presAssocID="{D8820346-A184-B946-BDA1-E948DF1A1432}" presName="Parent" presStyleLbl="revTx" presStyleIdx="11" presStyleCnt="22">
        <dgm:presLayoutVars>
          <dgm:chMax/>
          <dgm:chPref val="4"/>
          <dgm:bulletEnabled val="1"/>
        </dgm:presLayoutVars>
      </dgm:prSet>
      <dgm:spPr/>
    </dgm:pt>
    <dgm:pt modelId="{9DC2AF9F-F209-C148-AC30-71144238440C}" type="pres">
      <dgm:prSet presAssocID="{D8820346-A184-B946-BDA1-E948DF1A1432}" presName="childShape" presStyleCnt="0">
        <dgm:presLayoutVars>
          <dgm:chMax val="0"/>
          <dgm:chPref val="0"/>
        </dgm:presLayoutVars>
      </dgm:prSet>
      <dgm:spPr/>
    </dgm:pt>
    <dgm:pt modelId="{B2F8FC1A-5C5D-C54D-8C8F-47AF804E5B48}" type="pres">
      <dgm:prSet presAssocID="{2E25202D-8BB8-2442-92A6-1732007337B8}" presName="childComposite" presStyleCnt="0">
        <dgm:presLayoutVars>
          <dgm:chMax val="0"/>
          <dgm:chPref val="0"/>
        </dgm:presLayoutVars>
      </dgm:prSet>
      <dgm:spPr/>
    </dgm:pt>
    <dgm:pt modelId="{642748DC-8F11-DD49-811C-D5CAEA1C8E21}" type="pres">
      <dgm:prSet presAssocID="{2E25202D-8BB8-2442-92A6-1732007337B8}" presName="ChildAccent" presStyleLbl="solidFgAcc1" presStyleIdx="10" presStyleCnt="20"/>
      <dgm:spPr/>
    </dgm:pt>
    <dgm:pt modelId="{DBD63289-9EC7-5A45-898C-CCAFF4988E98}" type="pres">
      <dgm:prSet presAssocID="{2E25202D-8BB8-2442-92A6-1732007337B8}" presName="Child" presStyleLbl="revTx" presStyleIdx="12" presStyleCnt="22">
        <dgm:presLayoutVars>
          <dgm:chMax val="0"/>
          <dgm:chPref val="0"/>
          <dgm:bulletEnabled val="1"/>
        </dgm:presLayoutVars>
      </dgm:prSet>
      <dgm:spPr/>
    </dgm:pt>
    <dgm:pt modelId="{3DD68831-41EC-F74B-9FDD-1B88067F8187}" type="pres">
      <dgm:prSet presAssocID="{6AF5EDD9-FB63-564F-834E-CAA3BDB1DFEF}" presName="childComposite" presStyleCnt="0">
        <dgm:presLayoutVars>
          <dgm:chMax val="0"/>
          <dgm:chPref val="0"/>
        </dgm:presLayoutVars>
      </dgm:prSet>
      <dgm:spPr/>
    </dgm:pt>
    <dgm:pt modelId="{627067DB-EBAE-8C4F-8529-02E915468289}" type="pres">
      <dgm:prSet presAssocID="{6AF5EDD9-FB63-564F-834E-CAA3BDB1DFEF}" presName="ChildAccent" presStyleLbl="solidFgAcc1" presStyleIdx="11" presStyleCnt="20"/>
      <dgm:spPr/>
    </dgm:pt>
    <dgm:pt modelId="{5E8C8626-E464-F54F-BB15-3AA2BAC606E9}" type="pres">
      <dgm:prSet presAssocID="{6AF5EDD9-FB63-564F-834E-CAA3BDB1DFEF}" presName="Child" presStyleLbl="revTx" presStyleIdx="13" presStyleCnt="22">
        <dgm:presLayoutVars>
          <dgm:chMax val="0"/>
          <dgm:chPref val="0"/>
          <dgm:bulletEnabled val="1"/>
        </dgm:presLayoutVars>
      </dgm:prSet>
      <dgm:spPr/>
    </dgm:pt>
    <dgm:pt modelId="{BB019C41-F259-CD40-8252-2D8C2C3E50BB}" type="pres">
      <dgm:prSet presAssocID="{E86AC560-7CD9-7340-B192-DFCE0A8B135E}" presName="childComposite" presStyleCnt="0">
        <dgm:presLayoutVars>
          <dgm:chMax val="0"/>
          <dgm:chPref val="0"/>
        </dgm:presLayoutVars>
      </dgm:prSet>
      <dgm:spPr/>
    </dgm:pt>
    <dgm:pt modelId="{80ACD6B0-4C1B-CD47-A0D1-FD6F22C7376A}" type="pres">
      <dgm:prSet presAssocID="{E86AC560-7CD9-7340-B192-DFCE0A8B135E}" presName="ChildAccent" presStyleLbl="solidFgAcc1" presStyleIdx="12" presStyleCnt="20"/>
      <dgm:spPr/>
    </dgm:pt>
    <dgm:pt modelId="{A226E770-37A6-D84A-B260-6C45461EB5D8}" type="pres">
      <dgm:prSet presAssocID="{E86AC560-7CD9-7340-B192-DFCE0A8B135E}" presName="Child" presStyleLbl="revTx" presStyleIdx="14" presStyleCnt="22">
        <dgm:presLayoutVars>
          <dgm:chMax val="0"/>
          <dgm:chPref val="0"/>
          <dgm:bulletEnabled val="1"/>
        </dgm:presLayoutVars>
      </dgm:prSet>
      <dgm:spPr/>
    </dgm:pt>
    <dgm:pt modelId="{FE4D6186-5CD7-3044-82FE-CAE129EE40CF}" type="pres">
      <dgm:prSet presAssocID="{4860FE87-DB84-5642-B057-94F7855653B1}" presName="childComposite" presStyleCnt="0">
        <dgm:presLayoutVars>
          <dgm:chMax val="0"/>
          <dgm:chPref val="0"/>
        </dgm:presLayoutVars>
      </dgm:prSet>
      <dgm:spPr/>
    </dgm:pt>
    <dgm:pt modelId="{65C234F3-8113-A842-8717-42E808B07F06}" type="pres">
      <dgm:prSet presAssocID="{4860FE87-DB84-5642-B057-94F7855653B1}" presName="ChildAccent" presStyleLbl="solidFgAcc1" presStyleIdx="13" presStyleCnt="20"/>
      <dgm:spPr/>
    </dgm:pt>
    <dgm:pt modelId="{B0F6DDED-B035-1A48-9A27-54F47C843B44}" type="pres">
      <dgm:prSet presAssocID="{4860FE87-DB84-5642-B057-94F7855653B1}" presName="Child" presStyleLbl="revTx" presStyleIdx="15" presStyleCnt="22">
        <dgm:presLayoutVars>
          <dgm:chMax val="0"/>
          <dgm:chPref val="0"/>
          <dgm:bulletEnabled val="1"/>
        </dgm:presLayoutVars>
      </dgm:prSet>
      <dgm:spPr/>
    </dgm:pt>
    <dgm:pt modelId="{97BF64F7-44F5-6744-B1B3-55677E0E359E}" type="pres">
      <dgm:prSet presAssocID="{4380EDB7-D5F1-A747-B500-3F5820273134}" presName="childComposite" presStyleCnt="0">
        <dgm:presLayoutVars>
          <dgm:chMax val="0"/>
          <dgm:chPref val="0"/>
        </dgm:presLayoutVars>
      </dgm:prSet>
      <dgm:spPr/>
    </dgm:pt>
    <dgm:pt modelId="{1FC25EBD-97FF-BF4B-8980-3C1A8C7904A5}" type="pres">
      <dgm:prSet presAssocID="{4380EDB7-D5F1-A747-B500-3F5820273134}" presName="ChildAccent" presStyleLbl="solidFgAcc1" presStyleIdx="14" presStyleCnt="20"/>
      <dgm:spPr/>
    </dgm:pt>
    <dgm:pt modelId="{F5272012-0AFB-1A4C-9540-A9A09D0A3FFD}" type="pres">
      <dgm:prSet presAssocID="{4380EDB7-D5F1-A747-B500-3F5820273134}" presName="Child" presStyleLbl="revTx" presStyleIdx="16" presStyleCnt="22">
        <dgm:presLayoutVars>
          <dgm:chMax val="0"/>
          <dgm:chPref val="0"/>
          <dgm:bulletEnabled val="1"/>
        </dgm:presLayoutVars>
      </dgm:prSet>
      <dgm:spPr/>
    </dgm:pt>
    <dgm:pt modelId="{FD0E56B0-5067-F747-B033-EB947E17DE78}" type="pres">
      <dgm:prSet presAssocID="{E3E85301-E7AF-8443-948B-FB34BBF7B982}" presName="childComposite" presStyleCnt="0">
        <dgm:presLayoutVars>
          <dgm:chMax val="0"/>
          <dgm:chPref val="0"/>
        </dgm:presLayoutVars>
      </dgm:prSet>
      <dgm:spPr/>
    </dgm:pt>
    <dgm:pt modelId="{3836DF87-83AA-2C46-AEB5-5E6EC8BA6138}" type="pres">
      <dgm:prSet presAssocID="{E3E85301-E7AF-8443-948B-FB34BBF7B982}" presName="ChildAccent" presStyleLbl="solidFgAcc1" presStyleIdx="15" presStyleCnt="20"/>
      <dgm:spPr/>
    </dgm:pt>
    <dgm:pt modelId="{3BEE7EC1-125C-FB4B-AC7A-3066C5207A00}" type="pres">
      <dgm:prSet presAssocID="{E3E85301-E7AF-8443-948B-FB34BBF7B982}" presName="Child" presStyleLbl="revTx" presStyleIdx="17" presStyleCnt="22">
        <dgm:presLayoutVars>
          <dgm:chMax val="0"/>
          <dgm:chPref val="0"/>
          <dgm:bulletEnabled val="1"/>
        </dgm:presLayoutVars>
      </dgm:prSet>
      <dgm:spPr/>
    </dgm:pt>
    <dgm:pt modelId="{06B161ED-F611-B248-8D8A-EC5B43F5D8A5}" type="pres">
      <dgm:prSet presAssocID="{9E201189-1321-5846-9502-C4BA7BF7DD82}" presName="childComposite" presStyleCnt="0">
        <dgm:presLayoutVars>
          <dgm:chMax val="0"/>
          <dgm:chPref val="0"/>
        </dgm:presLayoutVars>
      </dgm:prSet>
      <dgm:spPr/>
    </dgm:pt>
    <dgm:pt modelId="{E5DDD145-3334-C04F-B7C9-D8F189B93FF2}" type="pres">
      <dgm:prSet presAssocID="{9E201189-1321-5846-9502-C4BA7BF7DD82}" presName="ChildAccent" presStyleLbl="solidFgAcc1" presStyleIdx="16" presStyleCnt="20"/>
      <dgm:spPr/>
    </dgm:pt>
    <dgm:pt modelId="{6F831523-14A2-7641-A44F-D703D69F78EC}" type="pres">
      <dgm:prSet presAssocID="{9E201189-1321-5846-9502-C4BA7BF7DD82}" presName="Child" presStyleLbl="revTx" presStyleIdx="18" presStyleCnt="22">
        <dgm:presLayoutVars>
          <dgm:chMax val="0"/>
          <dgm:chPref val="0"/>
          <dgm:bulletEnabled val="1"/>
        </dgm:presLayoutVars>
      </dgm:prSet>
      <dgm:spPr/>
    </dgm:pt>
    <dgm:pt modelId="{E661AE15-7CE9-F641-98A5-0A7850BE940A}" type="pres">
      <dgm:prSet presAssocID="{2DB8FBB4-35A3-3849-9C63-EF4F95CD31E9}" presName="childComposite" presStyleCnt="0">
        <dgm:presLayoutVars>
          <dgm:chMax val="0"/>
          <dgm:chPref val="0"/>
        </dgm:presLayoutVars>
      </dgm:prSet>
      <dgm:spPr/>
    </dgm:pt>
    <dgm:pt modelId="{5EE99D25-DEB7-954B-91FE-156AD635B796}" type="pres">
      <dgm:prSet presAssocID="{2DB8FBB4-35A3-3849-9C63-EF4F95CD31E9}" presName="ChildAccent" presStyleLbl="solidFgAcc1" presStyleIdx="17" presStyleCnt="20"/>
      <dgm:spPr/>
    </dgm:pt>
    <dgm:pt modelId="{FA54628D-01FE-F244-925A-7C9E70BF3E2C}" type="pres">
      <dgm:prSet presAssocID="{2DB8FBB4-35A3-3849-9C63-EF4F95CD31E9}" presName="Child" presStyleLbl="revTx" presStyleIdx="19" presStyleCnt="22">
        <dgm:presLayoutVars>
          <dgm:chMax val="0"/>
          <dgm:chPref val="0"/>
          <dgm:bulletEnabled val="1"/>
        </dgm:presLayoutVars>
      </dgm:prSet>
      <dgm:spPr/>
    </dgm:pt>
    <dgm:pt modelId="{5104311D-0C25-BD40-89F1-63015371A351}" type="pres">
      <dgm:prSet presAssocID="{697AA1FE-B332-624E-A2B7-CC3A0722BEFE}" presName="childComposite" presStyleCnt="0">
        <dgm:presLayoutVars>
          <dgm:chMax val="0"/>
          <dgm:chPref val="0"/>
        </dgm:presLayoutVars>
      </dgm:prSet>
      <dgm:spPr/>
    </dgm:pt>
    <dgm:pt modelId="{F0F197C4-A61E-3143-9F70-72AC631C84E9}" type="pres">
      <dgm:prSet presAssocID="{697AA1FE-B332-624E-A2B7-CC3A0722BEFE}" presName="ChildAccent" presStyleLbl="solidFgAcc1" presStyleIdx="18" presStyleCnt="20"/>
      <dgm:spPr/>
    </dgm:pt>
    <dgm:pt modelId="{A79FB994-F49D-644C-9E4F-67939601FD00}" type="pres">
      <dgm:prSet presAssocID="{697AA1FE-B332-624E-A2B7-CC3A0722BEFE}" presName="Child" presStyleLbl="revTx" presStyleIdx="20" presStyleCnt="22">
        <dgm:presLayoutVars>
          <dgm:chMax val="0"/>
          <dgm:chPref val="0"/>
          <dgm:bulletEnabled val="1"/>
        </dgm:presLayoutVars>
      </dgm:prSet>
      <dgm:spPr/>
    </dgm:pt>
    <dgm:pt modelId="{3D3BC658-622F-B346-9D6D-5026BE76A34C}" type="pres">
      <dgm:prSet presAssocID="{4D72C9E8-FB1A-F84E-A7C4-BD46882137CC}" presName="childComposite" presStyleCnt="0">
        <dgm:presLayoutVars>
          <dgm:chMax val="0"/>
          <dgm:chPref val="0"/>
        </dgm:presLayoutVars>
      </dgm:prSet>
      <dgm:spPr/>
    </dgm:pt>
    <dgm:pt modelId="{0562B340-156C-4540-9C82-DA062FC7E92B}" type="pres">
      <dgm:prSet presAssocID="{4D72C9E8-FB1A-F84E-A7C4-BD46882137CC}" presName="ChildAccent" presStyleLbl="solidFgAcc1" presStyleIdx="19" presStyleCnt="20"/>
      <dgm:spPr/>
    </dgm:pt>
    <dgm:pt modelId="{91F30283-F7A0-624A-8DD7-E3D56FCF4BE3}" type="pres">
      <dgm:prSet presAssocID="{4D72C9E8-FB1A-F84E-A7C4-BD46882137CC}" presName="Child" presStyleLbl="revTx" presStyleIdx="21" presStyleCnt="22">
        <dgm:presLayoutVars>
          <dgm:chMax val="0"/>
          <dgm:chPref val="0"/>
          <dgm:bulletEnabled val="1"/>
        </dgm:presLayoutVars>
      </dgm:prSet>
      <dgm:spPr/>
    </dgm:pt>
  </dgm:ptLst>
  <dgm:cxnLst>
    <dgm:cxn modelId="{6BFDD501-154B-7D49-8155-D17A2A2623DE}" srcId="{D8820346-A184-B946-BDA1-E948DF1A1432}" destId="{4380EDB7-D5F1-A747-B500-3F5820273134}" srcOrd="4" destOrd="0" parTransId="{11822E7E-8DA2-ED41-A1D9-91D3D9390679}" sibTransId="{C63D4293-3075-AE45-8B8A-B7986A194A92}"/>
    <dgm:cxn modelId="{F38F9903-1556-7C47-9FB8-A4C901958FAF}" type="presOf" srcId="{D8820346-A184-B946-BDA1-E948DF1A1432}" destId="{7A276E04-CEB7-0C40-AE31-6B54F773A005}" srcOrd="0" destOrd="0" presId="urn:microsoft.com/office/officeart/2008/layout/SquareAccentList"/>
    <dgm:cxn modelId="{7BA7FF08-93F1-8947-AA18-CD8E5CC7B253}" type="presOf" srcId="{EAC8862D-16CC-0B42-A11B-DB0F0FB4D95B}" destId="{69F6C530-C429-1648-9089-EFE72C13B228}" srcOrd="0" destOrd="0" presId="urn:microsoft.com/office/officeart/2008/layout/SquareAccentList"/>
    <dgm:cxn modelId="{1E8AE223-ACAB-9F4F-A051-2DCF9106874C}" srcId="{D8820346-A184-B946-BDA1-E948DF1A1432}" destId="{E86AC560-7CD9-7340-B192-DFCE0A8B135E}" srcOrd="2" destOrd="0" parTransId="{E5E61D8B-97EB-AE48-9DAD-F25D7D286787}" sibTransId="{74310706-4F6A-454F-8A04-3660B52246CD}"/>
    <dgm:cxn modelId="{01FE3B26-B0B3-6248-B5FC-F89FCB00B26B}" type="presOf" srcId="{4860FE87-DB84-5642-B057-94F7855653B1}" destId="{B0F6DDED-B035-1A48-9A27-54F47C843B44}" srcOrd="0" destOrd="0" presId="urn:microsoft.com/office/officeart/2008/layout/SquareAccentList"/>
    <dgm:cxn modelId="{CB715533-5088-3F43-A569-8F2A7E2CF269}" type="presOf" srcId="{485BC94A-6417-FC47-83FF-3BB727F0CAF2}" destId="{971A581A-1872-AD45-9118-B8E3D211BD8A}" srcOrd="0" destOrd="0" presId="urn:microsoft.com/office/officeart/2008/layout/SquareAccentList"/>
    <dgm:cxn modelId="{E9BECD36-EFE6-BF47-95C1-CF0B1311C238}" type="presOf" srcId="{A8D8E542-A90B-C045-94D3-A62AEB82D689}" destId="{8BE0CC61-50B0-DD4C-B818-40FA2D1B22B2}" srcOrd="0" destOrd="0" presId="urn:microsoft.com/office/officeart/2008/layout/SquareAccentList"/>
    <dgm:cxn modelId="{11E26649-DCEF-4548-B29F-700F78C51515}" srcId="{943B497C-35F5-6E42-913F-3FE3B065195A}" destId="{A8D8E542-A90B-C045-94D3-A62AEB82D689}" srcOrd="6" destOrd="0" parTransId="{2BCC6170-A6A7-F647-9598-44F422C071A6}" sibTransId="{B97F8CA0-1BB9-F349-A209-921C51AE4218}"/>
    <dgm:cxn modelId="{4C7B0B4E-BAB2-A84C-8C68-83E57AEE9555}" type="presOf" srcId="{BF77B068-D85D-024D-8F60-31ED47FAA8DB}" destId="{A1CD1D52-8710-F446-B5E7-EEF77FCEA4C1}" srcOrd="0" destOrd="0" presId="urn:microsoft.com/office/officeart/2008/layout/SquareAccentList"/>
    <dgm:cxn modelId="{DAC2204E-B02D-614E-A0DC-5303C708D7FC}" srcId="{943B497C-35F5-6E42-913F-3FE3B065195A}" destId="{AAEDE16A-EF88-6A4D-B001-29C1676322E2}" srcOrd="9" destOrd="0" parTransId="{6069F39D-12E3-8341-910A-8E4F8573FCF9}" sibTransId="{210E01DA-7FC5-E344-A065-ACCBA6F4FAE9}"/>
    <dgm:cxn modelId="{AE60424F-4429-D743-99A7-5935467F0802}" srcId="{25A0BD7A-6135-4F40-BE77-E77CAB5659CF}" destId="{943B497C-35F5-6E42-913F-3FE3B065195A}" srcOrd="0" destOrd="0" parTransId="{95212F24-03DF-2D4F-9B38-DFA8140F8EEF}" sibTransId="{C759B715-EB3D-0943-A34D-F62CB95E97B6}"/>
    <dgm:cxn modelId="{2167B858-89E7-854F-AAB9-43C74524C1B1}" type="presOf" srcId="{9E201189-1321-5846-9502-C4BA7BF7DD82}" destId="{6F831523-14A2-7641-A44F-D703D69F78EC}" srcOrd="0" destOrd="0" presId="urn:microsoft.com/office/officeart/2008/layout/SquareAccentList"/>
    <dgm:cxn modelId="{20ADEF59-2F25-254F-9670-F58FB9EEC8D4}" type="presOf" srcId="{4B502A4D-0D61-4149-BE2C-4D6AE621DABB}" destId="{701564CF-FBE3-4040-8431-806EDE4AC9C3}" srcOrd="0" destOrd="0" presId="urn:microsoft.com/office/officeart/2008/layout/SquareAccentList"/>
    <dgm:cxn modelId="{48273B5B-3B79-F646-88E7-061666641F14}" type="presOf" srcId="{175CB841-A23E-6241-8392-20054D599A37}" destId="{F12C7804-2AC1-F841-9C23-847F75659DFB}" srcOrd="0" destOrd="0" presId="urn:microsoft.com/office/officeart/2008/layout/SquareAccentList"/>
    <dgm:cxn modelId="{910AF662-ACE7-BA43-BFF0-8DAE5E70E443}" srcId="{D8820346-A184-B946-BDA1-E948DF1A1432}" destId="{2E25202D-8BB8-2442-92A6-1732007337B8}" srcOrd="0" destOrd="0" parTransId="{00F1C180-D866-6D44-A3C0-C9B985B384FB}" sibTransId="{8FA18C33-B9A2-9B40-9C5D-1C27C434528A}"/>
    <dgm:cxn modelId="{73937B63-CA80-C14B-870D-06693982B935}" srcId="{943B497C-35F5-6E42-913F-3FE3B065195A}" destId="{485BC94A-6417-FC47-83FF-3BB727F0CAF2}" srcOrd="8" destOrd="0" parTransId="{57E7B58E-5B2E-4F47-9D0A-193333748E4A}" sibTransId="{DF98F371-AAB0-5640-A688-ACDB17D4AD9F}"/>
    <dgm:cxn modelId="{8A043765-B6A1-704C-80BD-DEB79D8A7A06}" srcId="{943B497C-35F5-6E42-913F-3FE3B065195A}" destId="{BF77B068-D85D-024D-8F60-31ED47FAA8DB}" srcOrd="3" destOrd="0" parTransId="{8EE98D13-28AC-9C49-BF1B-218D12BEA129}" sibTransId="{2A410714-7537-9942-8BCD-D6AB3CE52392}"/>
    <dgm:cxn modelId="{C5A67865-9A09-974B-90E9-2AB2AB1D2930}" type="presOf" srcId="{943B497C-35F5-6E42-913F-3FE3B065195A}" destId="{5F56A66B-4C09-9345-8759-301305C795FE}" srcOrd="0" destOrd="0" presId="urn:microsoft.com/office/officeart/2008/layout/SquareAccentList"/>
    <dgm:cxn modelId="{6794FF69-01AC-624D-A686-E909A1B7D8DD}" type="presOf" srcId="{25A0BD7A-6135-4F40-BE77-E77CAB5659CF}" destId="{03D05628-F9D9-7A4E-892C-E93629AAA8E5}" srcOrd="0" destOrd="0" presId="urn:microsoft.com/office/officeart/2008/layout/SquareAccentList"/>
    <dgm:cxn modelId="{616D2C6F-6A9B-664C-A6F9-C04DDAE7417F}" srcId="{943B497C-35F5-6E42-913F-3FE3B065195A}" destId="{60171EF9-5C5D-FF42-A8BE-6CE3DE4EE8CC}" srcOrd="7" destOrd="0" parTransId="{039A597B-B153-ED47-8D32-7EA048240DB0}" sibTransId="{D2EADB3A-9A30-1847-973C-8BA10C47D136}"/>
    <dgm:cxn modelId="{4D7E7E70-16CD-2141-83D4-6D3B9A6464DC}" type="presOf" srcId="{E86AC560-7CD9-7340-B192-DFCE0A8B135E}" destId="{A226E770-37A6-D84A-B260-6C45461EB5D8}" srcOrd="0" destOrd="0" presId="urn:microsoft.com/office/officeart/2008/layout/SquareAccentList"/>
    <dgm:cxn modelId="{FA1D5474-EBE0-594F-9BC3-20EF6040834E}" srcId="{943B497C-35F5-6E42-913F-3FE3B065195A}" destId="{175CB841-A23E-6241-8392-20054D599A37}" srcOrd="2" destOrd="0" parTransId="{24BE30ED-93DB-8245-81CA-EFB823499143}" sibTransId="{104F5A1D-95F3-BA40-A0E4-B62865B2D65B}"/>
    <dgm:cxn modelId="{C60A7376-0373-E440-B06C-8DD8CD2DD44B}" srcId="{943B497C-35F5-6E42-913F-3FE3B065195A}" destId="{4B502A4D-0D61-4149-BE2C-4D6AE621DABB}" srcOrd="5" destOrd="0" parTransId="{DCBA1756-30C6-694F-A2E5-9E2736690008}" sibTransId="{012C9D95-DFE7-C843-94BC-EAFC93F26753}"/>
    <dgm:cxn modelId="{E0B45D7F-DCA6-2C48-82F5-CD4580F8DA21}" srcId="{943B497C-35F5-6E42-913F-3FE3B065195A}" destId="{EAC8862D-16CC-0B42-A11B-DB0F0FB4D95B}" srcOrd="0" destOrd="0" parTransId="{258F67E7-E7D1-C244-87C8-390552419699}" sibTransId="{4CFFEF46-8CD9-BB4C-8609-389D0D5C7136}"/>
    <dgm:cxn modelId="{A00DE281-9D1B-EA4D-B086-649EC2C9697C}" srcId="{943B497C-35F5-6E42-913F-3FE3B065195A}" destId="{19D80ED4-1B81-DB46-80DC-F1CAECB2BE7A}" srcOrd="4" destOrd="0" parTransId="{A96D5F3B-9BDF-5F46-A721-6EE52B6FBEE5}" sibTransId="{861D822E-151E-F740-9A21-EFE5DC1C1376}"/>
    <dgm:cxn modelId="{9E021B83-593C-FE4B-815B-FDEFAD6F3F44}" type="presOf" srcId="{E3E85301-E7AF-8443-948B-FB34BBF7B982}" destId="{3BEE7EC1-125C-FB4B-AC7A-3066C5207A00}" srcOrd="0" destOrd="0" presId="urn:microsoft.com/office/officeart/2008/layout/SquareAccentList"/>
    <dgm:cxn modelId="{75616984-DFE4-3B4E-9E29-BE061C4B5DD9}" type="presOf" srcId="{697AA1FE-B332-624E-A2B7-CC3A0722BEFE}" destId="{A79FB994-F49D-644C-9E4F-67939601FD00}" srcOrd="0" destOrd="0" presId="urn:microsoft.com/office/officeart/2008/layout/SquareAccentList"/>
    <dgm:cxn modelId="{D8769D84-2E22-6543-90E6-5CAF3EE6B79D}" srcId="{D8820346-A184-B946-BDA1-E948DF1A1432}" destId="{9E201189-1321-5846-9502-C4BA7BF7DD82}" srcOrd="6" destOrd="0" parTransId="{18B2C139-87D9-6448-A212-023C2748DD3C}" sibTransId="{5AE0F3F3-008F-8941-BE4A-B268CFEE6606}"/>
    <dgm:cxn modelId="{E17EAE91-26D6-A54F-B83F-045146BACF98}" srcId="{D8820346-A184-B946-BDA1-E948DF1A1432}" destId="{4860FE87-DB84-5642-B057-94F7855653B1}" srcOrd="3" destOrd="0" parTransId="{784170EE-E4EA-A74F-9B4E-F7E82DC05D9D}" sibTransId="{57BC3542-6E83-AF4D-B274-131EA60D77EA}"/>
    <dgm:cxn modelId="{7314CBA4-B8E9-6E4E-ADC4-9F6EAE528019}" srcId="{D8820346-A184-B946-BDA1-E948DF1A1432}" destId="{697AA1FE-B332-624E-A2B7-CC3A0722BEFE}" srcOrd="8" destOrd="0" parTransId="{396884F1-03A2-F840-8854-BBD960FF1B34}" sibTransId="{996AB333-0B65-D34D-945C-9BF8745025AB}"/>
    <dgm:cxn modelId="{F568DBB2-098A-D949-A10E-5C9C4ECEF3EF}" type="presOf" srcId="{4D72C9E8-FB1A-F84E-A7C4-BD46882137CC}" destId="{91F30283-F7A0-624A-8DD7-E3D56FCF4BE3}" srcOrd="0" destOrd="0" presId="urn:microsoft.com/office/officeart/2008/layout/SquareAccentList"/>
    <dgm:cxn modelId="{E05EF9BF-E344-0841-9B3A-3F77477C9D4C}" type="presOf" srcId="{6AF5EDD9-FB63-564F-834E-CAA3BDB1DFEF}" destId="{5E8C8626-E464-F54F-BB15-3AA2BAC606E9}" srcOrd="0" destOrd="0" presId="urn:microsoft.com/office/officeart/2008/layout/SquareAccentList"/>
    <dgm:cxn modelId="{4B1BCDCC-ECA2-7E49-B8A6-D4C234E2CC9C}" srcId="{25A0BD7A-6135-4F40-BE77-E77CAB5659CF}" destId="{D8820346-A184-B946-BDA1-E948DF1A1432}" srcOrd="1" destOrd="0" parTransId="{5FBF8EE4-8868-434D-BB90-3EB66645FEBC}" sibTransId="{8E84AFDF-6A03-B246-A6FF-E76CDA6DDAC9}"/>
    <dgm:cxn modelId="{6E5C27CD-4E9A-824F-9FFA-1D4187BE7784}" type="presOf" srcId="{371FD9D5-1E9F-DB4A-A1A4-A153AE90A404}" destId="{5384B137-EC1C-5C47-B004-94DE0A17A26D}" srcOrd="0" destOrd="0" presId="urn:microsoft.com/office/officeart/2008/layout/SquareAccentList"/>
    <dgm:cxn modelId="{1BE5CCD1-8BD4-BC43-92E0-46A55C35D178}" srcId="{D8820346-A184-B946-BDA1-E948DF1A1432}" destId="{2DB8FBB4-35A3-3849-9C63-EF4F95CD31E9}" srcOrd="7" destOrd="0" parTransId="{D22EC9FC-F68F-994F-BBA3-374F37B449BA}" sibTransId="{2EB99649-F28C-334A-B9E2-2CA8AEDC5C40}"/>
    <dgm:cxn modelId="{7455D5D1-C587-B248-9CC5-86D951EA6DA0}" srcId="{D8820346-A184-B946-BDA1-E948DF1A1432}" destId="{E3E85301-E7AF-8443-948B-FB34BBF7B982}" srcOrd="5" destOrd="0" parTransId="{F5B67473-441C-DC46-B13A-E48A6017CC65}" sibTransId="{B2156491-71A0-0546-8992-E93014464BD2}"/>
    <dgm:cxn modelId="{A45DA7D6-588B-B549-A846-6B0194647F50}" type="presOf" srcId="{2E25202D-8BB8-2442-92A6-1732007337B8}" destId="{DBD63289-9EC7-5A45-898C-CCAFF4988E98}" srcOrd="0" destOrd="0" presId="urn:microsoft.com/office/officeart/2008/layout/SquareAccentList"/>
    <dgm:cxn modelId="{554DC9DF-687F-E749-9860-A1B1A60E4A8A}" type="presOf" srcId="{60171EF9-5C5D-FF42-A8BE-6CE3DE4EE8CC}" destId="{2DE82DD6-3B67-6542-8306-DC1B34915189}" srcOrd="0" destOrd="0" presId="urn:microsoft.com/office/officeart/2008/layout/SquareAccentList"/>
    <dgm:cxn modelId="{C940BFE3-2201-3842-8006-66C5F393F7CA}" type="presOf" srcId="{2DB8FBB4-35A3-3849-9C63-EF4F95CD31E9}" destId="{FA54628D-01FE-F244-925A-7C9E70BF3E2C}" srcOrd="0" destOrd="0" presId="urn:microsoft.com/office/officeart/2008/layout/SquareAccentList"/>
    <dgm:cxn modelId="{CE81F2EA-F86A-5741-8908-CE62E5330EFB}" srcId="{D8820346-A184-B946-BDA1-E948DF1A1432}" destId="{6AF5EDD9-FB63-564F-834E-CAA3BDB1DFEF}" srcOrd="1" destOrd="0" parTransId="{0C11CDC7-59B8-E440-BE76-3D288E25AEEC}" sibTransId="{21F4590F-9AD4-8B4D-ACC1-1083418C7920}"/>
    <dgm:cxn modelId="{88F618ED-65F3-0045-B382-D3F92D980598}" srcId="{943B497C-35F5-6E42-913F-3FE3B065195A}" destId="{371FD9D5-1E9F-DB4A-A1A4-A153AE90A404}" srcOrd="1" destOrd="0" parTransId="{91DA7CB5-A505-AC4C-80DF-BA563F50842F}" sibTransId="{67F3CDF1-5BA7-4348-81A0-B8895B1340BC}"/>
    <dgm:cxn modelId="{2A9C1AED-52C3-CF41-BE85-392BAC268BD9}" type="presOf" srcId="{AAEDE16A-EF88-6A4D-B001-29C1676322E2}" destId="{9B1A135C-DDEA-F34B-B878-8AEA75B85479}" srcOrd="0" destOrd="0" presId="urn:microsoft.com/office/officeart/2008/layout/SquareAccentList"/>
    <dgm:cxn modelId="{505B6BF4-868A-BE44-91D6-B5FFA416F1E4}" type="presOf" srcId="{4380EDB7-D5F1-A747-B500-3F5820273134}" destId="{F5272012-0AFB-1A4C-9540-A9A09D0A3FFD}" srcOrd="0" destOrd="0" presId="urn:microsoft.com/office/officeart/2008/layout/SquareAccentList"/>
    <dgm:cxn modelId="{6F9A53FA-BD9C-FD45-BAB1-41E714B3DA32}" type="presOf" srcId="{19D80ED4-1B81-DB46-80DC-F1CAECB2BE7A}" destId="{F00409CE-1C04-6D4F-B772-34A9FB87C970}" srcOrd="0" destOrd="0" presId="urn:microsoft.com/office/officeart/2008/layout/SquareAccentList"/>
    <dgm:cxn modelId="{BA3620FF-035C-C442-B201-CC8775B835BE}" srcId="{D8820346-A184-B946-BDA1-E948DF1A1432}" destId="{4D72C9E8-FB1A-F84E-A7C4-BD46882137CC}" srcOrd="9" destOrd="0" parTransId="{5E3F451E-E47A-C24E-95FE-0D288532CF87}" sibTransId="{72D5ACB1-9773-0146-A667-3DB41BEE5FC4}"/>
    <dgm:cxn modelId="{9522CE26-9717-E74B-911C-D27F86379486}" type="presParOf" srcId="{03D05628-F9D9-7A4E-892C-E93629AAA8E5}" destId="{6CD9559E-AB22-4541-8533-7E42714FF5C7}" srcOrd="0" destOrd="0" presId="urn:microsoft.com/office/officeart/2008/layout/SquareAccentList"/>
    <dgm:cxn modelId="{A0C1918D-5A85-C441-97B4-7710C696B7F7}" type="presParOf" srcId="{6CD9559E-AB22-4541-8533-7E42714FF5C7}" destId="{F30C74AE-F834-1648-AB0F-A714A9FBDE90}" srcOrd="0" destOrd="0" presId="urn:microsoft.com/office/officeart/2008/layout/SquareAccentList"/>
    <dgm:cxn modelId="{3B06578F-DA30-FD4F-916F-12481FEE542B}" type="presParOf" srcId="{F30C74AE-F834-1648-AB0F-A714A9FBDE90}" destId="{91C5469E-DD17-604D-91C2-62FAE073C8DA}" srcOrd="0" destOrd="0" presId="urn:microsoft.com/office/officeart/2008/layout/SquareAccentList"/>
    <dgm:cxn modelId="{8D61EF45-0BF7-C94B-90FB-F4A5EA76B6EE}" type="presParOf" srcId="{F30C74AE-F834-1648-AB0F-A714A9FBDE90}" destId="{0F2470BD-64E6-BA49-B34E-FC26A7E430F6}" srcOrd="1" destOrd="0" presId="urn:microsoft.com/office/officeart/2008/layout/SquareAccentList"/>
    <dgm:cxn modelId="{806477A2-B6BC-9946-99A4-4DB510D09C50}" type="presParOf" srcId="{F30C74AE-F834-1648-AB0F-A714A9FBDE90}" destId="{5F56A66B-4C09-9345-8759-301305C795FE}" srcOrd="2" destOrd="0" presId="urn:microsoft.com/office/officeart/2008/layout/SquareAccentList"/>
    <dgm:cxn modelId="{D759BE04-BE6A-A142-B340-858766EEF8DC}" type="presParOf" srcId="{6CD9559E-AB22-4541-8533-7E42714FF5C7}" destId="{5E66170D-942E-8449-9E1D-DA198B771152}" srcOrd="1" destOrd="0" presId="urn:microsoft.com/office/officeart/2008/layout/SquareAccentList"/>
    <dgm:cxn modelId="{2AECAA76-FF17-B04E-B4BB-DFD036FFCDF4}" type="presParOf" srcId="{5E66170D-942E-8449-9E1D-DA198B771152}" destId="{FAFE9B41-85BF-3D47-940D-7ADB2340DB04}" srcOrd="0" destOrd="0" presId="urn:microsoft.com/office/officeart/2008/layout/SquareAccentList"/>
    <dgm:cxn modelId="{86AE942B-FAD3-8942-A3D8-1F4FC3CA1E82}" type="presParOf" srcId="{FAFE9B41-85BF-3D47-940D-7ADB2340DB04}" destId="{531F52EC-27C8-B24C-9F25-6BA2BFBF1828}" srcOrd="0" destOrd="0" presId="urn:microsoft.com/office/officeart/2008/layout/SquareAccentList"/>
    <dgm:cxn modelId="{1F38DE8F-7315-7D47-9308-3D68FA13E43F}" type="presParOf" srcId="{FAFE9B41-85BF-3D47-940D-7ADB2340DB04}" destId="{69F6C530-C429-1648-9089-EFE72C13B228}" srcOrd="1" destOrd="0" presId="urn:microsoft.com/office/officeart/2008/layout/SquareAccentList"/>
    <dgm:cxn modelId="{F64BCB61-8A9F-E144-B06A-027836932807}" type="presParOf" srcId="{5E66170D-942E-8449-9E1D-DA198B771152}" destId="{534DE35C-6955-DB4D-B1D1-305BA063F18F}" srcOrd="1" destOrd="0" presId="urn:microsoft.com/office/officeart/2008/layout/SquareAccentList"/>
    <dgm:cxn modelId="{8D05260C-3408-6943-B288-3489A909B82E}" type="presParOf" srcId="{534DE35C-6955-DB4D-B1D1-305BA063F18F}" destId="{22292103-54BC-9045-9070-0FDCFE38A0A4}" srcOrd="0" destOrd="0" presId="urn:microsoft.com/office/officeart/2008/layout/SquareAccentList"/>
    <dgm:cxn modelId="{E7BD8276-D535-C445-860A-3B3610A993E2}" type="presParOf" srcId="{534DE35C-6955-DB4D-B1D1-305BA063F18F}" destId="{5384B137-EC1C-5C47-B004-94DE0A17A26D}" srcOrd="1" destOrd="0" presId="urn:microsoft.com/office/officeart/2008/layout/SquareAccentList"/>
    <dgm:cxn modelId="{6E5EA570-AA3B-2C4C-AB68-F1DABD4DD2C7}" type="presParOf" srcId="{5E66170D-942E-8449-9E1D-DA198B771152}" destId="{83E83257-2374-2F4A-82C1-99EA96B69677}" srcOrd="2" destOrd="0" presId="urn:microsoft.com/office/officeart/2008/layout/SquareAccentList"/>
    <dgm:cxn modelId="{024174EB-9DA2-D645-A40F-9E52F6C0FEF3}" type="presParOf" srcId="{83E83257-2374-2F4A-82C1-99EA96B69677}" destId="{A9E5BBA6-C3CC-5546-A848-188D6D2A9687}" srcOrd="0" destOrd="0" presId="urn:microsoft.com/office/officeart/2008/layout/SquareAccentList"/>
    <dgm:cxn modelId="{BBB27FC9-6FF0-0648-8A8C-C874811DFA84}" type="presParOf" srcId="{83E83257-2374-2F4A-82C1-99EA96B69677}" destId="{F12C7804-2AC1-F841-9C23-847F75659DFB}" srcOrd="1" destOrd="0" presId="urn:microsoft.com/office/officeart/2008/layout/SquareAccentList"/>
    <dgm:cxn modelId="{D7E57967-7AD2-5747-A7CA-B172A489241C}" type="presParOf" srcId="{5E66170D-942E-8449-9E1D-DA198B771152}" destId="{26A47AFE-90EA-0D44-B1DB-999384CEDFC0}" srcOrd="3" destOrd="0" presId="urn:microsoft.com/office/officeart/2008/layout/SquareAccentList"/>
    <dgm:cxn modelId="{12C55B19-DDDE-974C-A12C-8472431316DD}" type="presParOf" srcId="{26A47AFE-90EA-0D44-B1DB-999384CEDFC0}" destId="{431D4736-56E9-8848-9094-ECF7D123E8C1}" srcOrd="0" destOrd="0" presId="urn:microsoft.com/office/officeart/2008/layout/SquareAccentList"/>
    <dgm:cxn modelId="{AED734D9-5A91-2247-A772-EB3D1E18DE62}" type="presParOf" srcId="{26A47AFE-90EA-0D44-B1DB-999384CEDFC0}" destId="{A1CD1D52-8710-F446-B5E7-EEF77FCEA4C1}" srcOrd="1" destOrd="0" presId="urn:microsoft.com/office/officeart/2008/layout/SquareAccentList"/>
    <dgm:cxn modelId="{D0C656F9-96A8-1440-9AFF-9472388D2F3A}" type="presParOf" srcId="{5E66170D-942E-8449-9E1D-DA198B771152}" destId="{E5199B8B-74ED-704F-97D1-123006131C91}" srcOrd="4" destOrd="0" presId="urn:microsoft.com/office/officeart/2008/layout/SquareAccentList"/>
    <dgm:cxn modelId="{2FDC64C9-7E1F-194A-A3FC-219D32074375}" type="presParOf" srcId="{E5199B8B-74ED-704F-97D1-123006131C91}" destId="{042E6EA1-9316-0643-85D0-CDDC0A8FE4EF}" srcOrd="0" destOrd="0" presId="urn:microsoft.com/office/officeart/2008/layout/SquareAccentList"/>
    <dgm:cxn modelId="{21633AC6-6B35-5040-A817-4A51CFEE7861}" type="presParOf" srcId="{E5199B8B-74ED-704F-97D1-123006131C91}" destId="{F00409CE-1C04-6D4F-B772-34A9FB87C970}" srcOrd="1" destOrd="0" presId="urn:microsoft.com/office/officeart/2008/layout/SquareAccentList"/>
    <dgm:cxn modelId="{32435BAB-9911-704D-9B3D-FB3CD73183AB}" type="presParOf" srcId="{5E66170D-942E-8449-9E1D-DA198B771152}" destId="{DD5FA089-24E4-414F-A6FB-F822A57921B6}" srcOrd="5" destOrd="0" presId="urn:microsoft.com/office/officeart/2008/layout/SquareAccentList"/>
    <dgm:cxn modelId="{9F56298F-E27F-154E-9C1D-1599BA72C8A7}" type="presParOf" srcId="{DD5FA089-24E4-414F-A6FB-F822A57921B6}" destId="{AD86E89E-52CC-B64E-9FF6-12970E9702C1}" srcOrd="0" destOrd="0" presId="urn:microsoft.com/office/officeart/2008/layout/SquareAccentList"/>
    <dgm:cxn modelId="{560D4238-7D44-A34C-A2E3-A839D79925E8}" type="presParOf" srcId="{DD5FA089-24E4-414F-A6FB-F822A57921B6}" destId="{701564CF-FBE3-4040-8431-806EDE4AC9C3}" srcOrd="1" destOrd="0" presId="urn:microsoft.com/office/officeart/2008/layout/SquareAccentList"/>
    <dgm:cxn modelId="{2480300F-A0CA-4143-9BD6-98B80136A10A}" type="presParOf" srcId="{5E66170D-942E-8449-9E1D-DA198B771152}" destId="{7808243C-7A85-594B-9EA2-97492100410D}" srcOrd="6" destOrd="0" presId="urn:microsoft.com/office/officeart/2008/layout/SquareAccentList"/>
    <dgm:cxn modelId="{D3E6FD26-3D28-D642-A0F8-8F2929F029ED}" type="presParOf" srcId="{7808243C-7A85-594B-9EA2-97492100410D}" destId="{D4550056-9E03-8443-8DC3-AA332B7DDF6B}" srcOrd="0" destOrd="0" presId="urn:microsoft.com/office/officeart/2008/layout/SquareAccentList"/>
    <dgm:cxn modelId="{545C910C-E315-8B49-A110-FC05CE66640D}" type="presParOf" srcId="{7808243C-7A85-594B-9EA2-97492100410D}" destId="{8BE0CC61-50B0-DD4C-B818-40FA2D1B22B2}" srcOrd="1" destOrd="0" presId="urn:microsoft.com/office/officeart/2008/layout/SquareAccentList"/>
    <dgm:cxn modelId="{A0D1AF72-C021-A344-BEAE-A58601BE619F}" type="presParOf" srcId="{5E66170D-942E-8449-9E1D-DA198B771152}" destId="{C4818A26-093B-3E42-8903-1E06D29BBF5C}" srcOrd="7" destOrd="0" presId="urn:microsoft.com/office/officeart/2008/layout/SquareAccentList"/>
    <dgm:cxn modelId="{7E38F177-239A-924F-B6AF-2A6EE83FFF3E}" type="presParOf" srcId="{C4818A26-093B-3E42-8903-1E06D29BBF5C}" destId="{C5B8F932-3725-AA49-9A7F-4DCE34F20C38}" srcOrd="0" destOrd="0" presId="urn:microsoft.com/office/officeart/2008/layout/SquareAccentList"/>
    <dgm:cxn modelId="{70F394F7-5C19-D44C-8075-38D793B3C60D}" type="presParOf" srcId="{C4818A26-093B-3E42-8903-1E06D29BBF5C}" destId="{2DE82DD6-3B67-6542-8306-DC1B34915189}" srcOrd="1" destOrd="0" presId="urn:microsoft.com/office/officeart/2008/layout/SquareAccentList"/>
    <dgm:cxn modelId="{EE134B16-8283-CC49-B3B2-94C155670B4C}" type="presParOf" srcId="{5E66170D-942E-8449-9E1D-DA198B771152}" destId="{DC57E0D3-3CC6-1644-92CE-689EC8DB1680}" srcOrd="8" destOrd="0" presId="urn:microsoft.com/office/officeart/2008/layout/SquareAccentList"/>
    <dgm:cxn modelId="{8739C44F-3FBE-854A-AEFE-1BB6B853BCDB}" type="presParOf" srcId="{DC57E0D3-3CC6-1644-92CE-689EC8DB1680}" destId="{054BC3B0-07BD-4649-973A-360727EC1799}" srcOrd="0" destOrd="0" presId="urn:microsoft.com/office/officeart/2008/layout/SquareAccentList"/>
    <dgm:cxn modelId="{DC24BA41-AF5E-E94B-AE52-91757D1D6DFD}" type="presParOf" srcId="{DC57E0D3-3CC6-1644-92CE-689EC8DB1680}" destId="{971A581A-1872-AD45-9118-B8E3D211BD8A}" srcOrd="1" destOrd="0" presId="urn:microsoft.com/office/officeart/2008/layout/SquareAccentList"/>
    <dgm:cxn modelId="{BA7E6E74-6052-134F-ADC3-641960EDCD7A}" type="presParOf" srcId="{5E66170D-942E-8449-9E1D-DA198B771152}" destId="{E03BF0BA-DE07-2644-8396-0CFFE3975BB6}" srcOrd="9" destOrd="0" presId="urn:microsoft.com/office/officeart/2008/layout/SquareAccentList"/>
    <dgm:cxn modelId="{5E7098D3-E219-5048-B2CC-176024D2C92D}" type="presParOf" srcId="{E03BF0BA-DE07-2644-8396-0CFFE3975BB6}" destId="{3F962FC2-3535-944F-9C5B-84938561E9DB}" srcOrd="0" destOrd="0" presId="urn:microsoft.com/office/officeart/2008/layout/SquareAccentList"/>
    <dgm:cxn modelId="{3FEE86A5-056F-F041-B2BD-731890915A71}" type="presParOf" srcId="{E03BF0BA-DE07-2644-8396-0CFFE3975BB6}" destId="{9B1A135C-DDEA-F34B-B878-8AEA75B85479}" srcOrd="1" destOrd="0" presId="urn:microsoft.com/office/officeart/2008/layout/SquareAccentList"/>
    <dgm:cxn modelId="{5C6D539C-3A72-9443-82A0-70D61CBB9F90}" type="presParOf" srcId="{03D05628-F9D9-7A4E-892C-E93629AAA8E5}" destId="{1EEBB18F-EDEC-0A45-AABB-90A95BD768CA}" srcOrd="1" destOrd="0" presId="urn:microsoft.com/office/officeart/2008/layout/SquareAccentList"/>
    <dgm:cxn modelId="{863850E7-4FAF-4D4D-A016-3DB7021C4DB6}" type="presParOf" srcId="{1EEBB18F-EDEC-0A45-AABB-90A95BD768CA}" destId="{0CAA94B0-84E2-0843-8F79-6FF66FD2099B}" srcOrd="0" destOrd="0" presId="urn:microsoft.com/office/officeart/2008/layout/SquareAccentList"/>
    <dgm:cxn modelId="{DA9E4F40-5DE7-B143-9DF5-70FB73088B15}" type="presParOf" srcId="{0CAA94B0-84E2-0843-8F79-6FF66FD2099B}" destId="{10EC1325-C5F3-6E49-8128-5ADF4040E0F0}" srcOrd="0" destOrd="0" presId="urn:microsoft.com/office/officeart/2008/layout/SquareAccentList"/>
    <dgm:cxn modelId="{9797CD9F-F340-1B48-937B-C5B189C39661}" type="presParOf" srcId="{0CAA94B0-84E2-0843-8F79-6FF66FD2099B}" destId="{8CC1A5F7-973D-704F-BFD2-97C824B78FEE}" srcOrd="1" destOrd="0" presId="urn:microsoft.com/office/officeart/2008/layout/SquareAccentList"/>
    <dgm:cxn modelId="{DA920703-00CE-E746-8B78-6CB0297F5065}" type="presParOf" srcId="{0CAA94B0-84E2-0843-8F79-6FF66FD2099B}" destId="{7A276E04-CEB7-0C40-AE31-6B54F773A005}" srcOrd="2" destOrd="0" presId="urn:microsoft.com/office/officeart/2008/layout/SquareAccentList"/>
    <dgm:cxn modelId="{6A83C743-71E7-7A43-8B03-3F1AAE7B5F78}" type="presParOf" srcId="{1EEBB18F-EDEC-0A45-AABB-90A95BD768CA}" destId="{9DC2AF9F-F209-C148-AC30-71144238440C}" srcOrd="1" destOrd="0" presId="urn:microsoft.com/office/officeart/2008/layout/SquareAccentList"/>
    <dgm:cxn modelId="{A3FCC48B-2516-3C4B-A3DE-C6C050835482}" type="presParOf" srcId="{9DC2AF9F-F209-C148-AC30-71144238440C}" destId="{B2F8FC1A-5C5D-C54D-8C8F-47AF804E5B48}" srcOrd="0" destOrd="0" presId="urn:microsoft.com/office/officeart/2008/layout/SquareAccentList"/>
    <dgm:cxn modelId="{DF88395C-7BE1-6841-9E64-AAC6571E235C}" type="presParOf" srcId="{B2F8FC1A-5C5D-C54D-8C8F-47AF804E5B48}" destId="{642748DC-8F11-DD49-811C-D5CAEA1C8E21}" srcOrd="0" destOrd="0" presId="urn:microsoft.com/office/officeart/2008/layout/SquareAccentList"/>
    <dgm:cxn modelId="{6B6FFE74-FEA4-C041-913D-47957C448671}" type="presParOf" srcId="{B2F8FC1A-5C5D-C54D-8C8F-47AF804E5B48}" destId="{DBD63289-9EC7-5A45-898C-CCAFF4988E98}" srcOrd="1" destOrd="0" presId="urn:microsoft.com/office/officeart/2008/layout/SquareAccentList"/>
    <dgm:cxn modelId="{6166C561-FCE7-9F47-B88C-573515FDB4C2}" type="presParOf" srcId="{9DC2AF9F-F209-C148-AC30-71144238440C}" destId="{3DD68831-41EC-F74B-9FDD-1B88067F8187}" srcOrd="1" destOrd="0" presId="urn:microsoft.com/office/officeart/2008/layout/SquareAccentList"/>
    <dgm:cxn modelId="{CFD3017F-9850-C446-970B-F81DA4DD5D47}" type="presParOf" srcId="{3DD68831-41EC-F74B-9FDD-1B88067F8187}" destId="{627067DB-EBAE-8C4F-8529-02E915468289}" srcOrd="0" destOrd="0" presId="urn:microsoft.com/office/officeart/2008/layout/SquareAccentList"/>
    <dgm:cxn modelId="{CBE72FDD-DC53-A747-93DA-AC6F065B2339}" type="presParOf" srcId="{3DD68831-41EC-F74B-9FDD-1B88067F8187}" destId="{5E8C8626-E464-F54F-BB15-3AA2BAC606E9}" srcOrd="1" destOrd="0" presId="urn:microsoft.com/office/officeart/2008/layout/SquareAccentList"/>
    <dgm:cxn modelId="{1514423B-B710-D54B-BCE6-570A87281A5F}" type="presParOf" srcId="{9DC2AF9F-F209-C148-AC30-71144238440C}" destId="{BB019C41-F259-CD40-8252-2D8C2C3E50BB}" srcOrd="2" destOrd="0" presId="urn:microsoft.com/office/officeart/2008/layout/SquareAccentList"/>
    <dgm:cxn modelId="{D904242A-A96C-C241-90D8-02659177E4DA}" type="presParOf" srcId="{BB019C41-F259-CD40-8252-2D8C2C3E50BB}" destId="{80ACD6B0-4C1B-CD47-A0D1-FD6F22C7376A}" srcOrd="0" destOrd="0" presId="urn:microsoft.com/office/officeart/2008/layout/SquareAccentList"/>
    <dgm:cxn modelId="{DF983C75-182D-8C4D-8012-C68F66F90CEE}" type="presParOf" srcId="{BB019C41-F259-CD40-8252-2D8C2C3E50BB}" destId="{A226E770-37A6-D84A-B260-6C45461EB5D8}" srcOrd="1" destOrd="0" presId="urn:microsoft.com/office/officeart/2008/layout/SquareAccentList"/>
    <dgm:cxn modelId="{42F7F8C5-C699-F847-92FE-96712F2D1B97}" type="presParOf" srcId="{9DC2AF9F-F209-C148-AC30-71144238440C}" destId="{FE4D6186-5CD7-3044-82FE-CAE129EE40CF}" srcOrd="3" destOrd="0" presId="urn:microsoft.com/office/officeart/2008/layout/SquareAccentList"/>
    <dgm:cxn modelId="{97534390-B509-3449-9B54-1962B7EE1CED}" type="presParOf" srcId="{FE4D6186-5CD7-3044-82FE-CAE129EE40CF}" destId="{65C234F3-8113-A842-8717-42E808B07F06}" srcOrd="0" destOrd="0" presId="urn:microsoft.com/office/officeart/2008/layout/SquareAccentList"/>
    <dgm:cxn modelId="{28180511-9E0A-B04B-A306-96D971A82259}" type="presParOf" srcId="{FE4D6186-5CD7-3044-82FE-CAE129EE40CF}" destId="{B0F6DDED-B035-1A48-9A27-54F47C843B44}" srcOrd="1" destOrd="0" presId="urn:microsoft.com/office/officeart/2008/layout/SquareAccentList"/>
    <dgm:cxn modelId="{6AB859E2-60F9-C44F-A1DF-E6F672E787A9}" type="presParOf" srcId="{9DC2AF9F-F209-C148-AC30-71144238440C}" destId="{97BF64F7-44F5-6744-B1B3-55677E0E359E}" srcOrd="4" destOrd="0" presId="urn:microsoft.com/office/officeart/2008/layout/SquareAccentList"/>
    <dgm:cxn modelId="{74CB2771-F590-564D-BC94-683CA8CBBF8C}" type="presParOf" srcId="{97BF64F7-44F5-6744-B1B3-55677E0E359E}" destId="{1FC25EBD-97FF-BF4B-8980-3C1A8C7904A5}" srcOrd="0" destOrd="0" presId="urn:microsoft.com/office/officeart/2008/layout/SquareAccentList"/>
    <dgm:cxn modelId="{AD6EC72A-9D8C-FF4C-8E11-C7BD92232118}" type="presParOf" srcId="{97BF64F7-44F5-6744-B1B3-55677E0E359E}" destId="{F5272012-0AFB-1A4C-9540-A9A09D0A3FFD}" srcOrd="1" destOrd="0" presId="urn:microsoft.com/office/officeart/2008/layout/SquareAccentList"/>
    <dgm:cxn modelId="{412433C2-3D21-EA42-A8AB-7A5FD201CB4F}" type="presParOf" srcId="{9DC2AF9F-F209-C148-AC30-71144238440C}" destId="{FD0E56B0-5067-F747-B033-EB947E17DE78}" srcOrd="5" destOrd="0" presId="urn:microsoft.com/office/officeart/2008/layout/SquareAccentList"/>
    <dgm:cxn modelId="{358E6992-7E7A-D142-883B-8EDBB3F149A1}" type="presParOf" srcId="{FD0E56B0-5067-F747-B033-EB947E17DE78}" destId="{3836DF87-83AA-2C46-AEB5-5E6EC8BA6138}" srcOrd="0" destOrd="0" presId="urn:microsoft.com/office/officeart/2008/layout/SquareAccentList"/>
    <dgm:cxn modelId="{B0531ADB-FE3F-214E-9306-77E85EABF76F}" type="presParOf" srcId="{FD0E56B0-5067-F747-B033-EB947E17DE78}" destId="{3BEE7EC1-125C-FB4B-AC7A-3066C5207A00}" srcOrd="1" destOrd="0" presId="urn:microsoft.com/office/officeart/2008/layout/SquareAccentList"/>
    <dgm:cxn modelId="{6825E4EB-A367-494C-B403-F51B5AC2A3B1}" type="presParOf" srcId="{9DC2AF9F-F209-C148-AC30-71144238440C}" destId="{06B161ED-F611-B248-8D8A-EC5B43F5D8A5}" srcOrd="6" destOrd="0" presId="urn:microsoft.com/office/officeart/2008/layout/SquareAccentList"/>
    <dgm:cxn modelId="{CDC0CAB9-E787-6E41-939C-D02A6956D657}" type="presParOf" srcId="{06B161ED-F611-B248-8D8A-EC5B43F5D8A5}" destId="{E5DDD145-3334-C04F-B7C9-D8F189B93FF2}" srcOrd="0" destOrd="0" presId="urn:microsoft.com/office/officeart/2008/layout/SquareAccentList"/>
    <dgm:cxn modelId="{4977C579-9B30-F84C-A74B-3B5CA53372F5}" type="presParOf" srcId="{06B161ED-F611-B248-8D8A-EC5B43F5D8A5}" destId="{6F831523-14A2-7641-A44F-D703D69F78EC}" srcOrd="1" destOrd="0" presId="urn:microsoft.com/office/officeart/2008/layout/SquareAccentList"/>
    <dgm:cxn modelId="{0292479E-E26F-6640-BF0F-959DB2A8ADB6}" type="presParOf" srcId="{9DC2AF9F-F209-C148-AC30-71144238440C}" destId="{E661AE15-7CE9-F641-98A5-0A7850BE940A}" srcOrd="7" destOrd="0" presId="urn:microsoft.com/office/officeart/2008/layout/SquareAccentList"/>
    <dgm:cxn modelId="{DAED8F25-5275-6E4B-B792-4BFE36357D3C}" type="presParOf" srcId="{E661AE15-7CE9-F641-98A5-0A7850BE940A}" destId="{5EE99D25-DEB7-954B-91FE-156AD635B796}" srcOrd="0" destOrd="0" presId="urn:microsoft.com/office/officeart/2008/layout/SquareAccentList"/>
    <dgm:cxn modelId="{15B4D3BF-030D-5A4B-8A0A-24E96C1DB358}" type="presParOf" srcId="{E661AE15-7CE9-F641-98A5-0A7850BE940A}" destId="{FA54628D-01FE-F244-925A-7C9E70BF3E2C}" srcOrd="1" destOrd="0" presId="urn:microsoft.com/office/officeart/2008/layout/SquareAccentList"/>
    <dgm:cxn modelId="{C5557BA1-D92F-9A4C-8DB5-01FA6CB91C33}" type="presParOf" srcId="{9DC2AF9F-F209-C148-AC30-71144238440C}" destId="{5104311D-0C25-BD40-89F1-63015371A351}" srcOrd="8" destOrd="0" presId="urn:microsoft.com/office/officeart/2008/layout/SquareAccentList"/>
    <dgm:cxn modelId="{FB835C4D-C4A5-B44B-80F8-7BDC016881E7}" type="presParOf" srcId="{5104311D-0C25-BD40-89F1-63015371A351}" destId="{F0F197C4-A61E-3143-9F70-72AC631C84E9}" srcOrd="0" destOrd="0" presId="urn:microsoft.com/office/officeart/2008/layout/SquareAccentList"/>
    <dgm:cxn modelId="{A84B6079-AAAD-1840-802D-5E833C8D2F32}" type="presParOf" srcId="{5104311D-0C25-BD40-89F1-63015371A351}" destId="{A79FB994-F49D-644C-9E4F-67939601FD00}" srcOrd="1" destOrd="0" presId="urn:microsoft.com/office/officeart/2008/layout/SquareAccentList"/>
    <dgm:cxn modelId="{D83DDEFA-888F-A442-B77F-2F7CAD018A08}" type="presParOf" srcId="{9DC2AF9F-F209-C148-AC30-71144238440C}" destId="{3D3BC658-622F-B346-9D6D-5026BE76A34C}" srcOrd="9" destOrd="0" presId="urn:microsoft.com/office/officeart/2008/layout/SquareAccentList"/>
    <dgm:cxn modelId="{E1AB2C83-E3C2-A440-B3D5-0EB2FC056683}" type="presParOf" srcId="{3D3BC658-622F-B346-9D6D-5026BE76A34C}" destId="{0562B340-156C-4540-9C82-DA062FC7E92B}" srcOrd="0" destOrd="0" presId="urn:microsoft.com/office/officeart/2008/layout/SquareAccentList"/>
    <dgm:cxn modelId="{D20E4A1D-EC9E-464C-81A6-2BFA03E0083A}" type="presParOf" srcId="{3D3BC658-622F-B346-9D6D-5026BE76A34C}" destId="{91F30283-F7A0-624A-8DD7-E3D56FCF4BE3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D78A6E-F078-4247-91A3-FB7DBF80186A}" type="doc">
      <dgm:prSet loTypeId="urn:microsoft.com/office/officeart/2005/8/layout/vList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80E37A7-3591-E949-B5DC-6E5E48271BDA}">
      <dgm:prSet phldrT="[Texte]"/>
      <dgm:spPr/>
      <dgm:t>
        <a:bodyPr/>
        <a:lstStyle/>
        <a:p>
          <a:r>
            <a:rPr lang="fr-FR" dirty="0"/>
            <a:t>La situation</a:t>
          </a:r>
        </a:p>
      </dgm:t>
    </dgm:pt>
    <dgm:pt modelId="{34C89A72-C835-9841-A70E-CC1F4CC9CAB8}" type="parTrans" cxnId="{B48A8EDC-69EF-D141-8EC2-D94CC4415F43}">
      <dgm:prSet/>
      <dgm:spPr/>
      <dgm:t>
        <a:bodyPr/>
        <a:lstStyle/>
        <a:p>
          <a:endParaRPr lang="fr-FR"/>
        </a:p>
      </dgm:t>
    </dgm:pt>
    <dgm:pt modelId="{8FA66463-747E-3E41-9EE5-312B804A2BA5}" type="sibTrans" cxnId="{B48A8EDC-69EF-D141-8EC2-D94CC4415F43}">
      <dgm:prSet/>
      <dgm:spPr/>
      <dgm:t>
        <a:bodyPr/>
        <a:lstStyle/>
        <a:p>
          <a:endParaRPr lang="fr-FR"/>
        </a:p>
      </dgm:t>
    </dgm:pt>
    <dgm:pt modelId="{B59FA39E-9AB9-7145-A3E8-E2FE1F1B076F}">
      <dgm:prSet phldrT="[Texte]"/>
      <dgm:spPr/>
      <dgm:t>
        <a:bodyPr/>
        <a:lstStyle/>
        <a:p>
          <a:r>
            <a:rPr lang="fr-FR" dirty="0"/>
            <a:t>6,2 millions de personnes en sous-nutrition</a:t>
          </a:r>
        </a:p>
      </dgm:t>
    </dgm:pt>
    <dgm:pt modelId="{C6D4D1B6-C304-9348-BD43-E95D92093F7A}" type="parTrans" cxnId="{4A6939A6-D77D-C044-A628-1C0FCE159AFE}">
      <dgm:prSet/>
      <dgm:spPr/>
      <dgm:t>
        <a:bodyPr/>
        <a:lstStyle/>
        <a:p>
          <a:endParaRPr lang="fr-FR"/>
        </a:p>
      </dgm:t>
    </dgm:pt>
    <dgm:pt modelId="{E0030E64-8141-3D4C-935C-226A4DF36C8C}" type="sibTrans" cxnId="{4A6939A6-D77D-C044-A628-1C0FCE159AFE}">
      <dgm:prSet/>
      <dgm:spPr/>
      <dgm:t>
        <a:bodyPr/>
        <a:lstStyle/>
        <a:p>
          <a:endParaRPr lang="fr-FR"/>
        </a:p>
      </dgm:t>
    </dgm:pt>
    <dgm:pt modelId="{A60CBAE7-99ED-D544-A83F-3BF6E6C37B5D}">
      <dgm:prSet phldrT="[Texte]"/>
      <dgm:spPr/>
      <dgm:t>
        <a:bodyPr/>
        <a:lstStyle/>
        <a:p>
          <a:r>
            <a:rPr lang="fr-FR" dirty="0"/>
            <a:t>9% de la population touchée</a:t>
          </a:r>
        </a:p>
      </dgm:t>
    </dgm:pt>
    <dgm:pt modelId="{E37036DF-8913-9846-8294-72E28C0732F1}" type="parTrans" cxnId="{5BA3C39A-A6FD-0B44-BBD0-7FDB7E97E8DB}">
      <dgm:prSet/>
      <dgm:spPr/>
      <dgm:t>
        <a:bodyPr/>
        <a:lstStyle/>
        <a:p>
          <a:endParaRPr lang="fr-FR"/>
        </a:p>
      </dgm:t>
    </dgm:pt>
    <dgm:pt modelId="{F78DE2E3-AF81-7345-984C-34C0D7AD3969}" type="sibTrans" cxnId="{5BA3C39A-A6FD-0B44-BBD0-7FDB7E97E8DB}">
      <dgm:prSet/>
      <dgm:spPr/>
      <dgm:t>
        <a:bodyPr/>
        <a:lstStyle/>
        <a:p>
          <a:endParaRPr lang="fr-FR"/>
        </a:p>
      </dgm:t>
    </dgm:pt>
    <dgm:pt modelId="{C7E73F0F-3DC8-5549-A231-FFEEFE8227FB}">
      <dgm:prSet phldrT="[Texte]"/>
      <dgm:spPr/>
      <dgm:t>
        <a:bodyPr/>
        <a:lstStyle/>
        <a:p>
          <a:r>
            <a:rPr lang="fr-FR" dirty="0"/>
            <a:t>Le manioc</a:t>
          </a:r>
        </a:p>
      </dgm:t>
    </dgm:pt>
    <dgm:pt modelId="{BEB8A9FA-44FF-BC44-AEE5-7597B6C7CA54}" type="parTrans" cxnId="{C7D879E2-3EE6-C049-901C-978FB1F3CE4E}">
      <dgm:prSet/>
      <dgm:spPr/>
      <dgm:t>
        <a:bodyPr/>
        <a:lstStyle/>
        <a:p>
          <a:endParaRPr lang="fr-FR"/>
        </a:p>
      </dgm:t>
    </dgm:pt>
    <dgm:pt modelId="{321F5AEE-67A6-214C-82B6-31D5F52793E9}" type="sibTrans" cxnId="{C7D879E2-3EE6-C049-901C-978FB1F3CE4E}">
      <dgm:prSet/>
      <dgm:spPr/>
      <dgm:t>
        <a:bodyPr/>
        <a:lstStyle/>
        <a:p>
          <a:endParaRPr lang="fr-FR"/>
        </a:p>
      </dgm:t>
    </dgm:pt>
    <dgm:pt modelId="{CB77B6B8-0DE1-E14F-AA82-375A8896C586}">
      <dgm:prSet phldrT="[Texte]"/>
      <dgm:spPr/>
      <dgm:t>
        <a:bodyPr/>
        <a:lstStyle/>
        <a:p>
          <a:r>
            <a:rPr lang="fr-FR" dirty="0"/>
            <a:t>83,4 % de la production est exportée</a:t>
          </a:r>
        </a:p>
      </dgm:t>
    </dgm:pt>
    <dgm:pt modelId="{D0B50C54-C658-5749-9D06-E0BB4D3F7898}" type="parTrans" cxnId="{ECCF1D31-3CD8-D84E-99E8-46059665EA5E}">
      <dgm:prSet/>
      <dgm:spPr/>
      <dgm:t>
        <a:bodyPr/>
        <a:lstStyle/>
        <a:p>
          <a:endParaRPr lang="fr-FR"/>
        </a:p>
      </dgm:t>
    </dgm:pt>
    <dgm:pt modelId="{C4AC3843-D1E5-494A-B4F1-D48ECCCF4495}" type="sibTrans" cxnId="{ECCF1D31-3CD8-D84E-99E8-46059665EA5E}">
      <dgm:prSet/>
      <dgm:spPr/>
      <dgm:t>
        <a:bodyPr/>
        <a:lstStyle/>
        <a:p>
          <a:endParaRPr lang="fr-FR"/>
        </a:p>
      </dgm:t>
    </dgm:pt>
    <dgm:pt modelId="{9D0701F3-8414-8B44-A7FE-9A947B27D8B9}">
      <dgm:prSet phldrT="[Texte]"/>
      <dgm:spPr/>
      <dgm:t>
        <a:bodyPr/>
        <a:lstStyle/>
        <a:p>
          <a:r>
            <a:rPr lang="fr-FR" dirty="0"/>
            <a:t>Le potentiel</a:t>
          </a:r>
        </a:p>
      </dgm:t>
    </dgm:pt>
    <dgm:pt modelId="{DF6E17E0-243F-3D44-B972-60D2AA8D08BC}" type="parTrans" cxnId="{6F223DD0-483F-8144-98F3-DC46B9F14184}">
      <dgm:prSet/>
      <dgm:spPr/>
      <dgm:t>
        <a:bodyPr/>
        <a:lstStyle/>
        <a:p>
          <a:endParaRPr lang="fr-FR"/>
        </a:p>
      </dgm:t>
    </dgm:pt>
    <dgm:pt modelId="{D12FF024-0B09-E640-8522-FEF891FD6455}" type="sibTrans" cxnId="{6F223DD0-483F-8144-98F3-DC46B9F14184}">
      <dgm:prSet/>
      <dgm:spPr/>
      <dgm:t>
        <a:bodyPr/>
        <a:lstStyle/>
        <a:p>
          <a:endParaRPr lang="fr-FR"/>
        </a:p>
      </dgm:t>
    </dgm:pt>
    <dgm:pt modelId="{67DF212D-99F3-F144-9F51-4B5C520543A7}">
      <dgm:prSet phldrT="[Texte]"/>
      <dgm:spPr/>
      <dgm:t>
        <a:bodyPr/>
        <a:lstStyle/>
        <a:p>
          <a:r>
            <a:rPr lang="fr-FR" dirty="0"/>
            <a:t>5,3 millions de personnes pourraient être nourries avec le manioc exporté</a:t>
          </a:r>
        </a:p>
      </dgm:t>
    </dgm:pt>
    <dgm:pt modelId="{AA1F09EA-62E8-0447-8048-082821B41362}" type="parTrans" cxnId="{928CE08A-6557-1445-82AE-6E953DE5EB77}">
      <dgm:prSet/>
      <dgm:spPr/>
      <dgm:t>
        <a:bodyPr/>
        <a:lstStyle/>
        <a:p>
          <a:endParaRPr lang="fr-FR"/>
        </a:p>
      </dgm:t>
    </dgm:pt>
    <dgm:pt modelId="{A10BD93D-CF50-6743-A378-9404F0A82D01}" type="sibTrans" cxnId="{928CE08A-6557-1445-82AE-6E953DE5EB77}">
      <dgm:prSet/>
      <dgm:spPr/>
      <dgm:t>
        <a:bodyPr/>
        <a:lstStyle/>
        <a:p>
          <a:endParaRPr lang="fr-FR"/>
        </a:p>
      </dgm:t>
    </dgm:pt>
    <dgm:pt modelId="{3C8BB795-3A21-684C-9325-B7D2816E05B5}">
      <dgm:prSet phldrT="[Texte]"/>
      <dgm:spPr/>
      <dgm:t>
        <a:bodyPr/>
        <a:lstStyle/>
        <a:p>
          <a:r>
            <a:rPr lang="fr-FR" dirty="0"/>
            <a:t>6,6 millions de personnes pourraient être nourries avec la production totale</a:t>
          </a:r>
        </a:p>
      </dgm:t>
    </dgm:pt>
    <dgm:pt modelId="{256877FA-85B9-E94E-A8CE-C971B03E3744}" type="parTrans" cxnId="{13EC4277-6D7A-154D-90C1-9319D64C00A9}">
      <dgm:prSet/>
      <dgm:spPr/>
      <dgm:t>
        <a:bodyPr/>
        <a:lstStyle/>
        <a:p>
          <a:endParaRPr lang="fr-FR"/>
        </a:p>
      </dgm:t>
    </dgm:pt>
    <dgm:pt modelId="{A2000A1C-DD69-FC4B-914B-D6E64C2470A3}" type="sibTrans" cxnId="{13EC4277-6D7A-154D-90C1-9319D64C00A9}">
      <dgm:prSet/>
      <dgm:spPr/>
      <dgm:t>
        <a:bodyPr/>
        <a:lstStyle/>
        <a:p>
          <a:endParaRPr lang="fr-FR"/>
        </a:p>
      </dgm:t>
    </dgm:pt>
    <dgm:pt modelId="{CC462B0E-8A22-6F42-82B0-3520F5BB9850}" type="pres">
      <dgm:prSet presAssocID="{E9D78A6E-F078-4247-91A3-FB7DBF80186A}" presName="linear" presStyleCnt="0">
        <dgm:presLayoutVars>
          <dgm:dir/>
          <dgm:resizeHandles val="exact"/>
        </dgm:presLayoutVars>
      </dgm:prSet>
      <dgm:spPr/>
    </dgm:pt>
    <dgm:pt modelId="{3237F38C-5CF0-9C48-8388-79C637884AA5}" type="pres">
      <dgm:prSet presAssocID="{280E37A7-3591-E949-B5DC-6E5E48271BDA}" presName="comp" presStyleCnt="0"/>
      <dgm:spPr/>
    </dgm:pt>
    <dgm:pt modelId="{3A855367-7FA5-B542-BB15-8CCA929732E6}" type="pres">
      <dgm:prSet presAssocID="{280E37A7-3591-E949-B5DC-6E5E48271BDA}" presName="box" presStyleLbl="node1" presStyleIdx="0" presStyleCnt="3"/>
      <dgm:spPr/>
    </dgm:pt>
    <dgm:pt modelId="{95232DF0-23BB-3442-9912-C64645747F3B}" type="pres">
      <dgm:prSet presAssocID="{280E37A7-3591-E949-B5DC-6E5E48271BDA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3000" b="-3000"/>
          </a:stretch>
        </a:blipFill>
      </dgm:spPr>
      <dgm:extLst>
        <a:ext uri="{E40237B7-FDA0-4F09-8148-C483321AD2D9}">
          <dgm14:cNvPr xmlns:dgm14="http://schemas.microsoft.com/office/drawing/2010/diagram" id="0" name="" descr="Groupe de personnes contour"/>
        </a:ext>
      </dgm:extLst>
    </dgm:pt>
    <dgm:pt modelId="{605C3EA9-9884-5349-9A39-3B7B65B75E60}" type="pres">
      <dgm:prSet presAssocID="{280E37A7-3591-E949-B5DC-6E5E48271BDA}" presName="text" presStyleLbl="node1" presStyleIdx="0" presStyleCnt="3">
        <dgm:presLayoutVars>
          <dgm:bulletEnabled val="1"/>
        </dgm:presLayoutVars>
      </dgm:prSet>
      <dgm:spPr/>
    </dgm:pt>
    <dgm:pt modelId="{834CA692-0EA5-1041-A6C6-EC362F7EBC9F}" type="pres">
      <dgm:prSet presAssocID="{8FA66463-747E-3E41-9EE5-312B804A2BA5}" presName="spacer" presStyleCnt="0"/>
      <dgm:spPr/>
    </dgm:pt>
    <dgm:pt modelId="{CBF52EB7-FFE2-834C-847D-B78E0CF45A75}" type="pres">
      <dgm:prSet presAssocID="{C7E73F0F-3DC8-5549-A231-FFEEFE8227FB}" presName="comp" presStyleCnt="0"/>
      <dgm:spPr/>
    </dgm:pt>
    <dgm:pt modelId="{B0E7F433-AE0A-5C4A-9A49-B9C5ED7E7488}" type="pres">
      <dgm:prSet presAssocID="{C7E73F0F-3DC8-5549-A231-FFEEFE8227FB}" presName="box" presStyleLbl="node1" presStyleIdx="1" presStyleCnt="3"/>
      <dgm:spPr/>
    </dgm:pt>
    <dgm:pt modelId="{77ED82C9-1DD5-7842-8172-223D634A15A3}" type="pres">
      <dgm:prSet presAssocID="{C7E73F0F-3DC8-5549-A231-FFEEFE8227FB}" presName="img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0" b="-10000"/>
          </a:stretch>
        </a:blipFill>
      </dgm:spPr>
      <dgm:extLst>
        <a:ext uri="{E40237B7-FDA0-4F09-8148-C483321AD2D9}">
          <dgm14:cNvPr xmlns:dgm14="http://schemas.microsoft.com/office/drawing/2010/diagram" id="0" name="" descr="Boîte avec un remplissage uni"/>
        </a:ext>
      </dgm:extLst>
    </dgm:pt>
    <dgm:pt modelId="{1080CAFB-82B5-1D47-8C04-40600B3D229B}" type="pres">
      <dgm:prSet presAssocID="{C7E73F0F-3DC8-5549-A231-FFEEFE8227FB}" presName="text" presStyleLbl="node1" presStyleIdx="1" presStyleCnt="3">
        <dgm:presLayoutVars>
          <dgm:bulletEnabled val="1"/>
        </dgm:presLayoutVars>
      </dgm:prSet>
      <dgm:spPr/>
    </dgm:pt>
    <dgm:pt modelId="{5018681C-423F-634F-9E5B-8172A3B81EEF}" type="pres">
      <dgm:prSet presAssocID="{321F5AEE-67A6-214C-82B6-31D5F52793E9}" presName="spacer" presStyleCnt="0"/>
      <dgm:spPr/>
    </dgm:pt>
    <dgm:pt modelId="{334CF1CF-059F-B94B-828B-964206873B2D}" type="pres">
      <dgm:prSet presAssocID="{9D0701F3-8414-8B44-A7FE-9A947B27D8B9}" presName="comp" presStyleCnt="0"/>
      <dgm:spPr/>
    </dgm:pt>
    <dgm:pt modelId="{13F25150-2E43-A742-8EA8-67F01A015D2B}" type="pres">
      <dgm:prSet presAssocID="{9D0701F3-8414-8B44-A7FE-9A947B27D8B9}" presName="box" presStyleLbl="node1" presStyleIdx="2" presStyleCnt="3"/>
      <dgm:spPr/>
    </dgm:pt>
    <dgm:pt modelId="{7CDC23F1-6805-804C-AD5B-9C5ABA40C035}" type="pres">
      <dgm:prSet presAssocID="{9D0701F3-8414-8B44-A7FE-9A947B27D8B9}" presName="img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0" b="-10000"/>
          </a:stretch>
        </a:blipFill>
      </dgm:spPr>
      <dgm:extLst>
        <a:ext uri="{E40237B7-FDA0-4F09-8148-C483321AD2D9}">
          <dgm14:cNvPr xmlns:dgm14="http://schemas.microsoft.com/office/drawing/2010/diagram" id="0" name="" descr="Fourchette et couteau avec un remplissage uni"/>
        </a:ext>
      </dgm:extLst>
    </dgm:pt>
    <dgm:pt modelId="{D7235E34-5F8E-6446-9CEE-0E841E87B810}" type="pres">
      <dgm:prSet presAssocID="{9D0701F3-8414-8B44-A7FE-9A947B27D8B9}" presName="text" presStyleLbl="node1" presStyleIdx="2" presStyleCnt="3">
        <dgm:presLayoutVars>
          <dgm:bulletEnabled val="1"/>
        </dgm:presLayoutVars>
      </dgm:prSet>
      <dgm:spPr/>
    </dgm:pt>
  </dgm:ptLst>
  <dgm:cxnLst>
    <dgm:cxn modelId="{0B519F05-64BC-8944-9553-F690F87DEC2A}" type="presOf" srcId="{CB77B6B8-0DE1-E14F-AA82-375A8896C586}" destId="{B0E7F433-AE0A-5C4A-9A49-B9C5ED7E7488}" srcOrd="0" destOrd="1" presId="urn:microsoft.com/office/officeart/2005/8/layout/vList4"/>
    <dgm:cxn modelId="{A4B6C82F-F50B-7E44-B069-600DC335F424}" type="presOf" srcId="{67DF212D-99F3-F144-9F51-4B5C520543A7}" destId="{D7235E34-5F8E-6446-9CEE-0E841E87B810}" srcOrd="1" destOrd="1" presId="urn:microsoft.com/office/officeart/2005/8/layout/vList4"/>
    <dgm:cxn modelId="{ECCF1D31-3CD8-D84E-99E8-46059665EA5E}" srcId="{C7E73F0F-3DC8-5549-A231-FFEEFE8227FB}" destId="{CB77B6B8-0DE1-E14F-AA82-375A8896C586}" srcOrd="0" destOrd="0" parTransId="{D0B50C54-C658-5749-9D06-E0BB4D3F7898}" sibTransId="{C4AC3843-D1E5-494A-B4F1-D48ECCCF4495}"/>
    <dgm:cxn modelId="{0BA62B31-703E-244B-921E-D9625D86DFA1}" type="presOf" srcId="{280E37A7-3591-E949-B5DC-6E5E48271BDA}" destId="{3A855367-7FA5-B542-BB15-8CCA929732E6}" srcOrd="0" destOrd="0" presId="urn:microsoft.com/office/officeart/2005/8/layout/vList4"/>
    <dgm:cxn modelId="{DAC6A041-2947-9344-BD3C-24575BFC5002}" type="presOf" srcId="{67DF212D-99F3-F144-9F51-4B5C520543A7}" destId="{13F25150-2E43-A742-8EA8-67F01A015D2B}" srcOrd="0" destOrd="1" presId="urn:microsoft.com/office/officeart/2005/8/layout/vList4"/>
    <dgm:cxn modelId="{E5759A5A-639B-9642-887A-F97730894FEF}" type="presOf" srcId="{3C8BB795-3A21-684C-9325-B7D2816E05B5}" destId="{D7235E34-5F8E-6446-9CEE-0E841E87B810}" srcOrd="1" destOrd="2" presId="urn:microsoft.com/office/officeart/2005/8/layout/vList4"/>
    <dgm:cxn modelId="{A867706D-11B7-4D4E-8C25-0CEE9459C5D2}" type="presOf" srcId="{CB77B6B8-0DE1-E14F-AA82-375A8896C586}" destId="{1080CAFB-82B5-1D47-8C04-40600B3D229B}" srcOrd="1" destOrd="1" presId="urn:microsoft.com/office/officeart/2005/8/layout/vList4"/>
    <dgm:cxn modelId="{BF6F3271-30F1-4741-813D-B2D73B0A0DF9}" type="presOf" srcId="{9D0701F3-8414-8B44-A7FE-9A947B27D8B9}" destId="{D7235E34-5F8E-6446-9CEE-0E841E87B810}" srcOrd="1" destOrd="0" presId="urn:microsoft.com/office/officeart/2005/8/layout/vList4"/>
    <dgm:cxn modelId="{13EC4277-6D7A-154D-90C1-9319D64C00A9}" srcId="{9D0701F3-8414-8B44-A7FE-9A947B27D8B9}" destId="{3C8BB795-3A21-684C-9325-B7D2816E05B5}" srcOrd="1" destOrd="0" parTransId="{256877FA-85B9-E94E-A8CE-C971B03E3744}" sibTransId="{A2000A1C-DD69-FC4B-914B-D6E64C2470A3}"/>
    <dgm:cxn modelId="{928CE08A-6557-1445-82AE-6E953DE5EB77}" srcId="{9D0701F3-8414-8B44-A7FE-9A947B27D8B9}" destId="{67DF212D-99F3-F144-9F51-4B5C520543A7}" srcOrd="0" destOrd="0" parTransId="{AA1F09EA-62E8-0447-8048-082821B41362}" sibTransId="{A10BD93D-CF50-6743-A378-9404F0A82D01}"/>
    <dgm:cxn modelId="{5435FC99-0ACB-2345-8880-C2D3CAC7C618}" type="presOf" srcId="{9D0701F3-8414-8B44-A7FE-9A947B27D8B9}" destId="{13F25150-2E43-A742-8EA8-67F01A015D2B}" srcOrd="0" destOrd="0" presId="urn:microsoft.com/office/officeart/2005/8/layout/vList4"/>
    <dgm:cxn modelId="{5BA3C39A-A6FD-0B44-BBD0-7FDB7E97E8DB}" srcId="{280E37A7-3591-E949-B5DC-6E5E48271BDA}" destId="{A60CBAE7-99ED-D544-A83F-3BF6E6C37B5D}" srcOrd="1" destOrd="0" parTransId="{E37036DF-8913-9846-8294-72E28C0732F1}" sibTransId="{F78DE2E3-AF81-7345-984C-34C0D7AD3969}"/>
    <dgm:cxn modelId="{4A6939A6-D77D-C044-A628-1C0FCE159AFE}" srcId="{280E37A7-3591-E949-B5DC-6E5E48271BDA}" destId="{B59FA39E-9AB9-7145-A3E8-E2FE1F1B076F}" srcOrd="0" destOrd="0" parTransId="{C6D4D1B6-C304-9348-BD43-E95D92093F7A}" sibTransId="{E0030E64-8141-3D4C-935C-226A4DF36C8C}"/>
    <dgm:cxn modelId="{7A601DB6-D341-2447-8B46-A22E99C6FCAD}" type="presOf" srcId="{E9D78A6E-F078-4247-91A3-FB7DBF80186A}" destId="{CC462B0E-8A22-6F42-82B0-3520F5BB9850}" srcOrd="0" destOrd="0" presId="urn:microsoft.com/office/officeart/2005/8/layout/vList4"/>
    <dgm:cxn modelId="{9F51F6B9-4671-BF4D-B76C-4BAF27D1D4CF}" type="presOf" srcId="{A60CBAE7-99ED-D544-A83F-3BF6E6C37B5D}" destId="{3A855367-7FA5-B542-BB15-8CCA929732E6}" srcOrd="0" destOrd="2" presId="urn:microsoft.com/office/officeart/2005/8/layout/vList4"/>
    <dgm:cxn modelId="{ECD776C3-3FB8-ED4F-B936-AD30E8B549C3}" type="presOf" srcId="{280E37A7-3591-E949-B5DC-6E5E48271BDA}" destId="{605C3EA9-9884-5349-9A39-3B7B65B75E60}" srcOrd="1" destOrd="0" presId="urn:microsoft.com/office/officeart/2005/8/layout/vList4"/>
    <dgm:cxn modelId="{6F223DD0-483F-8144-98F3-DC46B9F14184}" srcId="{E9D78A6E-F078-4247-91A3-FB7DBF80186A}" destId="{9D0701F3-8414-8B44-A7FE-9A947B27D8B9}" srcOrd="2" destOrd="0" parTransId="{DF6E17E0-243F-3D44-B972-60D2AA8D08BC}" sibTransId="{D12FF024-0B09-E640-8522-FEF891FD6455}"/>
    <dgm:cxn modelId="{AEA98ED9-4AFC-D742-A803-0FBFCD7334A6}" type="presOf" srcId="{C7E73F0F-3DC8-5549-A231-FFEEFE8227FB}" destId="{B0E7F433-AE0A-5C4A-9A49-B9C5ED7E7488}" srcOrd="0" destOrd="0" presId="urn:microsoft.com/office/officeart/2005/8/layout/vList4"/>
    <dgm:cxn modelId="{B48A8EDC-69EF-D141-8EC2-D94CC4415F43}" srcId="{E9D78A6E-F078-4247-91A3-FB7DBF80186A}" destId="{280E37A7-3591-E949-B5DC-6E5E48271BDA}" srcOrd="0" destOrd="0" parTransId="{34C89A72-C835-9841-A70E-CC1F4CC9CAB8}" sibTransId="{8FA66463-747E-3E41-9EE5-312B804A2BA5}"/>
    <dgm:cxn modelId="{F0402ADE-2542-7B4C-8C24-EC800A8E401F}" type="presOf" srcId="{B59FA39E-9AB9-7145-A3E8-E2FE1F1B076F}" destId="{605C3EA9-9884-5349-9A39-3B7B65B75E60}" srcOrd="1" destOrd="1" presId="urn:microsoft.com/office/officeart/2005/8/layout/vList4"/>
    <dgm:cxn modelId="{83163DE2-91CB-D449-86EF-D73B3DAF450C}" type="presOf" srcId="{A60CBAE7-99ED-D544-A83F-3BF6E6C37B5D}" destId="{605C3EA9-9884-5349-9A39-3B7B65B75E60}" srcOrd="1" destOrd="2" presId="urn:microsoft.com/office/officeart/2005/8/layout/vList4"/>
    <dgm:cxn modelId="{C7D879E2-3EE6-C049-901C-978FB1F3CE4E}" srcId="{E9D78A6E-F078-4247-91A3-FB7DBF80186A}" destId="{C7E73F0F-3DC8-5549-A231-FFEEFE8227FB}" srcOrd="1" destOrd="0" parTransId="{BEB8A9FA-44FF-BC44-AEE5-7597B6C7CA54}" sibTransId="{321F5AEE-67A6-214C-82B6-31D5F52793E9}"/>
    <dgm:cxn modelId="{8D39C8EB-C4BB-B64D-AE67-12A068EE2230}" type="presOf" srcId="{C7E73F0F-3DC8-5549-A231-FFEEFE8227FB}" destId="{1080CAFB-82B5-1D47-8C04-40600B3D229B}" srcOrd="1" destOrd="0" presId="urn:microsoft.com/office/officeart/2005/8/layout/vList4"/>
    <dgm:cxn modelId="{986522EF-B9F7-8246-A0B4-55DB90846509}" type="presOf" srcId="{B59FA39E-9AB9-7145-A3E8-E2FE1F1B076F}" destId="{3A855367-7FA5-B542-BB15-8CCA929732E6}" srcOrd="0" destOrd="1" presId="urn:microsoft.com/office/officeart/2005/8/layout/vList4"/>
    <dgm:cxn modelId="{DC65F0FD-3144-884A-9B16-08CF69CEB7D5}" type="presOf" srcId="{3C8BB795-3A21-684C-9325-B7D2816E05B5}" destId="{13F25150-2E43-A742-8EA8-67F01A015D2B}" srcOrd="0" destOrd="2" presId="urn:microsoft.com/office/officeart/2005/8/layout/vList4"/>
    <dgm:cxn modelId="{6C55C478-9D19-FE45-9CCA-EB043ADEA258}" type="presParOf" srcId="{CC462B0E-8A22-6F42-82B0-3520F5BB9850}" destId="{3237F38C-5CF0-9C48-8388-79C637884AA5}" srcOrd="0" destOrd="0" presId="urn:microsoft.com/office/officeart/2005/8/layout/vList4"/>
    <dgm:cxn modelId="{613D4BB8-8E7D-C24E-992B-5ADF923E30EA}" type="presParOf" srcId="{3237F38C-5CF0-9C48-8388-79C637884AA5}" destId="{3A855367-7FA5-B542-BB15-8CCA929732E6}" srcOrd="0" destOrd="0" presId="urn:microsoft.com/office/officeart/2005/8/layout/vList4"/>
    <dgm:cxn modelId="{85500A88-9352-5F47-997D-9F8F76C856FF}" type="presParOf" srcId="{3237F38C-5CF0-9C48-8388-79C637884AA5}" destId="{95232DF0-23BB-3442-9912-C64645747F3B}" srcOrd="1" destOrd="0" presId="urn:microsoft.com/office/officeart/2005/8/layout/vList4"/>
    <dgm:cxn modelId="{F72A1B3B-39E0-DD4C-A824-E606C917E71E}" type="presParOf" srcId="{3237F38C-5CF0-9C48-8388-79C637884AA5}" destId="{605C3EA9-9884-5349-9A39-3B7B65B75E60}" srcOrd="2" destOrd="0" presId="urn:microsoft.com/office/officeart/2005/8/layout/vList4"/>
    <dgm:cxn modelId="{A3FCEADB-B166-404D-BD1C-D2012226254E}" type="presParOf" srcId="{CC462B0E-8A22-6F42-82B0-3520F5BB9850}" destId="{834CA692-0EA5-1041-A6C6-EC362F7EBC9F}" srcOrd="1" destOrd="0" presId="urn:microsoft.com/office/officeart/2005/8/layout/vList4"/>
    <dgm:cxn modelId="{8CA11C58-2D57-0D40-B56C-BC029659CD6D}" type="presParOf" srcId="{CC462B0E-8A22-6F42-82B0-3520F5BB9850}" destId="{CBF52EB7-FFE2-834C-847D-B78E0CF45A75}" srcOrd="2" destOrd="0" presId="urn:microsoft.com/office/officeart/2005/8/layout/vList4"/>
    <dgm:cxn modelId="{973245CB-35A5-9B46-8703-83826A818EE9}" type="presParOf" srcId="{CBF52EB7-FFE2-834C-847D-B78E0CF45A75}" destId="{B0E7F433-AE0A-5C4A-9A49-B9C5ED7E7488}" srcOrd="0" destOrd="0" presId="urn:microsoft.com/office/officeart/2005/8/layout/vList4"/>
    <dgm:cxn modelId="{C54201AB-C1FD-2F41-81CF-8C6EC71A17A1}" type="presParOf" srcId="{CBF52EB7-FFE2-834C-847D-B78E0CF45A75}" destId="{77ED82C9-1DD5-7842-8172-223D634A15A3}" srcOrd="1" destOrd="0" presId="urn:microsoft.com/office/officeart/2005/8/layout/vList4"/>
    <dgm:cxn modelId="{59F61AFF-6C44-E84B-AAE0-41738CB51F7E}" type="presParOf" srcId="{CBF52EB7-FFE2-834C-847D-B78E0CF45A75}" destId="{1080CAFB-82B5-1D47-8C04-40600B3D229B}" srcOrd="2" destOrd="0" presId="urn:microsoft.com/office/officeart/2005/8/layout/vList4"/>
    <dgm:cxn modelId="{BF23FD81-0BC2-1C47-BF2C-BDBE01849F06}" type="presParOf" srcId="{CC462B0E-8A22-6F42-82B0-3520F5BB9850}" destId="{5018681C-423F-634F-9E5B-8172A3B81EEF}" srcOrd="3" destOrd="0" presId="urn:microsoft.com/office/officeart/2005/8/layout/vList4"/>
    <dgm:cxn modelId="{B2384764-BBD1-AF40-9925-14D96482F163}" type="presParOf" srcId="{CC462B0E-8A22-6F42-82B0-3520F5BB9850}" destId="{334CF1CF-059F-B94B-828B-964206873B2D}" srcOrd="4" destOrd="0" presId="urn:microsoft.com/office/officeart/2005/8/layout/vList4"/>
    <dgm:cxn modelId="{C9740E75-4A7B-8A4D-BD6F-4899E6E62ECA}" type="presParOf" srcId="{334CF1CF-059F-B94B-828B-964206873B2D}" destId="{13F25150-2E43-A742-8EA8-67F01A015D2B}" srcOrd="0" destOrd="0" presId="urn:microsoft.com/office/officeart/2005/8/layout/vList4"/>
    <dgm:cxn modelId="{ECDCBA2E-FCFB-3E46-8177-47D9D16D0242}" type="presParOf" srcId="{334CF1CF-059F-B94B-828B-964206873B2D}" destId="{7CDC23F1-6805-804C-AD5B-9C5ABA40C035}" srcOrd="1" destOrd="0" presId="urn:microsoft.com/office/officeart/2005/8/layout/vList4"/>
    <dgm:cxn modelId="{5520169B-E757-9344-9CCC-9C410F666883}" type="presParOf" srcId="{334CF1CF-059F-B94B-828B-964206873B2D}" destId="{D7235E34-5F8E-6446-9CEE-0E841E87B810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E7F88B-44E9-0A4A-90E7-9D40C56776A4}" type="doc">
      <dgm:prSet loTypeId="urn:microsoft.com/office/officeart/2005/8/layout/hList7" loCatId="" qsTypeId="urn:microsoft.com/office/officeart/2005/8/quickstyle/simple1" qsCatId="simple" csTypeId="urn:microsoft.com/office/officeart/2005/8/colors/accent1_2" csCatId="accent1" phldr="1"/>
      <dgm:spPr/>
    </dgm:pt>
    <dgm:pt modelId="{E27D87C3-9EBE-5342-A023-28504A69C819}">
      <dgm:prSet phldrT="[Texte]"/>
      <dgm:spPr/>
      <dgm:t>
        <a:bodyPr/>
        <a:lstStyle/>
        <a:p>
          <a:r>
            <a:rPr lang="fr-FR" dirty="0"/>
            <a:t>Ressources suffisantes</a:t>
          </a:r>
        </a:p>
      </dgm:t>
    </dgm:pt>
    <dgm:pt modelId="{4CB3C4EF-8A6C-D543-B4EC-F803846D97C7}" type="parTrans" cxnId="{A8B99C38-A9B8-684E-97C7-FD3A0ACAB7D3}">
      <dgm:prSet/>
      <dgm:spPr/>
      <dgm:t>
        <a:bodyPr/>
        <a:lstStyle/>
        <a:p>
          <a:endParaRPr lang="fr-FR"/>
        </a:p>
      </dgm:t>
    </dgm:pt>
    <dgm:pt modelId="{10539FD3-A7D2-5040-8E2D-52CEDA49C8BE}" type="sibTrans" cxnId="{A8B99C38-A9B8-684E-97C7-FD3A0ACAB7D3}">
      <dgm:prSet/>
      <dgm:spPr/>
      <dgm:t>
        <a:bodyPr/>
        <a:lstStyle/>
        <a:p>
          <a:endParaRPr lang="fr-FR"/>
        </a:p>
      </dgm:t>
    </dgm:pt>
    <dgm:pt modelId="{2B3BB586-7F00-6C47-BB9B-B21CB44572D6}">
      <dgm:prSet phldrT="[Texte]"/>
      <dgm:spPr/>
      <dgm:t>
        <a:bodyPr/>
        <a:lstStyle/>
        <a:p>
          <a:r>
            <a:rPr lang="fr-FR" dirty="0"/>
            <a:t>Élevage et pertes</a:t>
          </a:r>
        </a:p>
      </dgm:t>
    </dgm:pt>
    <dgm:pt modelId="{4B4A2FA0-51D0-BC40-9290-7A782CF06EE8}" type="parTrans" cxnId="{528AFF9C-0CAB-E74C-84E4-DFB5455CCE8C}">
      <dgm:prSet/>
      <dgm:spPr/>
      <dgm:t>
        <a:bodyPr/>
        <a:lstStyle/>
        <a:p>
          <a:endParaRPr lang="fr-FR"/>
        </a:p>
      </dgm:t>
    </dgm:pt>
    <dgm:pt modelId="{A79620EF-44D3-8544-90AD-447A779E0440}" type="sibTrans" cxnId="{528AFF9C-0CAB-E74C-84E4-DFB5455CCE8C}">
      <dgm:prSet/>
      <dgm:spPr/>
      <dgm:t>
        <a:bodyPr/>
        <a:lstStyle/>
        <a:p>
          <a:endParaRPr lang="fr-FR"/>
        </a:p>
      </dgm:t>
    </dgm:pt>
    <dgm:pt modelId="{8EA5CED4-A5AD-2746-A004-994B0CA09906}">
      <dgm:prSet phldrT="[Texte]"/>
      <dgm:spPr/>
      <dgm:t>
        <a:bodyPr/>
        <a:lstStyle/>
        <a:p>
          <a:r>
            <a:rPr lang="fr-FR" dirty="0"/>
            <a:t>Logique d’exportation</a:t>
          </a:r>
        </a:p>
      </dgm:t>
    </dgm:pt>
    <dgm:pt modelId="{B8D37329-228E-524F-8D30-8931C4A7A10D}" type="parTrans" cxnId="{1768FEB8-794D-C540-A953-F1E5B8D3A6C2}">
      <dgm:prSet/>
      <dgm:spPr/>
      <dgm:t>
        <a:bodyPr/>
        <a:lstStyle/>
        <a:p>
          <a:endParaRPr lang="fr-FR"/>
        </a:p>
      </dgm:t>
    </dgm:pt>
    <dgm:pt modelId="{968B4647-A7E9-7C45-A92C-18DF5CF6A459}" type="sibTrans" cxnId="{1768FEB8-794D-C540-A953-F1E5B8D3A6C2}">
      <dgm:prSet/>
      <dgm:spPr/>
      <dgm:t>
        <a:bodyPr/>
        <a:lstStyle/>
        <a:p>
          <a:endParaRPr lang="fr-FR"/>
        </a:p>
      </dgm:t>
    </dgm:pt>
    <dgm:pt modelId="{B52508B1-1EEF-B24E-AE05-7FAA86F18545}" type="pres">
      <dgm:prSet presAssocID="{25E7F88B-44E9-0A4A-90E7-9D40C56776A4}" presName="Name0" presStyleCnt="0">
        <dgm:presLayoutVars>
          <dgm:dir/>
          <dgm:resizeHandles val="exact"/>
        </dgm:presLayoutVars>
      </dgm:prSet>
      <dgm:spPr/>
    </dgm:pt>
    <dgm:pt modelId="{5BB06771-AA74-184E-ACDC-DB90BFB6F5E4}" type="pres">
      <dgm:prSet presAssocID="{25E7F88B-44E9-0A4A-90E7-9D40C56776A4}" presName="fgShape" presStyleLbl="fgShp" presStyleIdx="0" presStyleCnt="1"/>
      <dgm:spPr/>
    </dgm:pt>
    <dgm:pt modelId="{32B7B358-98D3-EE4C-A736-D65C4D51DDE6}" type="pres">
      <dgm:prSet presAssocID="{25E7F88B-44E9-0A4A-90E7-9D40C56776A4}" presName="linComp" presStyleCnt="0"/>
      <dgm:spPr/>
    </dgm:pt>
    <dgm:pt modelId="{FE910CA3-0964-0D49-9780-2C67841D3565}" type="pres">
      <dgm:prSet presAssocID="{E27D87C3-9EBE-5342-A023-28504A69C819}" presName="compNode" presStyleCnt="0"/>
      <dgm:spPr/>
    </dgm:pt>
    <dgm:pt modelId="{4F873577-2D3A-5543-9D42-18BADE5077CE}" type="pres">
      <dgm:prSet presAssocID="{E27D87C3-9EBE-5342-A023-28504A69C819}" presName="bkgdShape" presStyleLbl="node1" presStyleIdx="0" presStyleCnt="3"/>
      <dgm:spPr/>
    </dgm:pt>
    <dgm:pt modelId="{FF48CFB8-3EB6-8040-BA7A-590EE46D5590}" type="pres">
      <dgm:prSet presAssocID="{E27D87C3-9EBE-5342-A023-28504A69C819}" presName="nodeTx" presStyleLbl="node1" presStyleIdx="0" presStyleCnt="3">
        <dgm:presLayoutVars>
          <dgm:bulletEnabled val="1"/>
        </dgm:presLayoutVars>
      </dgm:prSet>
      <dgm:spPr/>
    </dgm:pt>
    <dgm:pt modelId="{F46DDA83-E43B-CF4B-9CC6-2C2AA7790625}" type="pres">
      <dgm:prSet presAssocID="{E27D87C3-9EBE-5342-A023-28504A69C819}" presName="invisiNode" presStyleLbl="node1" presStyleIdx="0" presStyleCnt="3"/>
      <dgm:spPr/>
    </dgm:pt>
    <dgm:pt modelId="{EAF44AA4-714D-FA43-8441-707724E23D04}" type="pres">
      <dgm:prSet presAssocID="{E27D87C3-9EBE-5342-A023-28504A69C819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000" r="-2000"/>
          </a:stretch>
        </a:blipFill>
      </dgm:spPr>
      <dgm:extLst>
        <a:ext uri="{E40237B7-FDA0-4F09-8148-C483321AD2D9}">
          <dgm14:cNvPr xmlns:dgm14="http://schemas.microsoft.com/office/drawing/2010/diagram" id="0" name="" descr="Cultures avec un remplissage uni"/>
        </a:ext>
      </dgm:extLst>
    </dgm:pt>
    <dgm:pt modelId="{0FF34F54-262B-4248-BCA1-E62F23A50AC1}" type="pres">
      <dgm:prSet presAssocID="{10539FD3-A7D2-5040-8E2D-52CEDA49C8BE}" presName="sibTrans" presStyleLbl="sibTrans2D1" presStyleIdx="0" presStyleCnt="0"/>
      <dgm:spPr/>
    </dgm:pt>
    <dgm:pt modelId="{BD2C1EE0-434F-A04D-A165-2194D0741EDD}" type="pres">
      <dgm:prSet presAssocID="{2B3BB586-7F00-6C47-BB9B-B21CB44572D6}" presName="compNode" presStyleCnt="0"/>
      <dgm:spPr/>
    </dgm:pt>
    <dgm:pt modelId="{153492C9-DE00-7341-8F12-9A575ADAE5DC}" type="pres">
      <dgm:prSet presAssocID="{2B3BB586-7F00-6C47-BB9B-B21CB44572D6}" presName="bkgdShape" presStyleLbl="node1" presStyleIdx="1" presStyleCnt="3"/>
      <dgm:spPr/>
    </dgm:pt>
    <dgm:pt modelId="{73E146FF-E4CC-5A4B-98BA-B0DF94194C78}" type="pres">
      <dgm:prSet presAssocID="{2B3BB586-7F00-6C47-BB9B-B21CB44572D6}" presName="nodeTx" presStyleLbl="node1" presStyleIdx="1" presStyleCnt="3">
        <dgm:presLayoutVars>
          <dgm:bulletEnabled val="1"/>
        </dgm:presLayoutVars>
      </dgm:prSet>
      <dgm:spPr/>
    </dgm:pt>
    <dgm:pt modelId="{2DF5A9BE-C02D-C24A-91A2-9F0AF7F89AC7}" type="pres">
      <dgm:prSet presAssocID="{2B3BB586-7F00-6C47-BB9B-B21CB44572D6}" presName="invisiNode" presStyleLbl="node1" presStyleIdx="1" presStyleCnt="3"/>
      <dgm:spPr/>
    </dgm:pt>
    <dgm:pt modelId="{2648D7A3-2788-1C4B-A90B-275B7115F884}" type="pres">
      <dgm:prSet presAssocID="{2B3BB586-7F00-6C47-BB9B-B21CB44572D6}" presName="imagNod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000" r="-2000"/>
          </a:stretch>
        </a:blipFill>
      </dgm:spPr>
      <dgm:extLst>
        <a:ext uri="{E40237B7-FDA0-4F09-8148-C483321AD2D9}">
          <dgm14:cNvPr xmlns:dgm14="http://schemas.microsoft.com/office/drawing/2010/diagram" id="0" name="" descr="Vache contour"/>
        </a:ext>
      </dgm:extLst>
    </dgm:pt>
    <dgm:pt modelId="{1B8129F1-9654-A94F-97EC-9432CCC16DEE}" type="pres">
      <dgm:prSet presAssocID="{A79620EF-44D3-8544-90AD-447A779E0440}" presName="sibTrans" presStyleLbl="sibTrans2D1" presStyleIdx="0" presStyleCnt="0"/>
      <dgm:spPr/>
    </dgm:pt>
    <dgm:pt modelId="{33AA80D1-19B6-1449-B6D3-C3F0DD3D5353}" type="pres">
      <dgm:prSet presAssocID="{8EA5CED4-A5AD-2746-A004-994B0CA09906}" presName="compNode" presStyleCnt="0"/>
      <dgm:spPr/>
    </dgm:pt>
    <dgm:pt modelId="{DE0E2D69-BEA7-2C40-8F53-DF5FD518BC79}" type="pres">
      <dgm:prSet presAssocID="{8EA5CED4-A5AD-2746-A004-994B0CA09906}" presName="bkgdShape" presStyleLbl="node1" presStyleIdx="2" presStyleCnt="3"/>
      <dgm:spPr/>
    </dgm:pt>
    <dgm:pt modelId="{C87FD5CD-0C14-504A-A9D8-A12028677359}" type="pres">
      <dgm:prSet presAssocID="{8EA5CED4-A5AD-2746-A004-994B0CA09906}" presName="nodeTx" presStyleLbl="node1" presStyleIdx="2" presStyleCnt="3">
        <dgm:presLayoutVars>
          <dgm:bulletEnabled val="1"/>
        </dgm:presLayoutVars>
      </dgm:prSet>
      <dgm:spPr/>
    </dgm:pt>
    <dgm:pt modelId="{282B2146-10D2-5A4B-BFF7-9C6C83E40A08}" type="pres">
      <dgm:prSet presAssocID="{8EA5CED4-A5AD-2746-A004-994B0CA09906}" presName="invisiNode" presStyleLbl="node1" presStyleIdx="2" presStyleCnt="3"/>
      <dgm:spPr/>
    </dgm:pt>
    <dgm:pt modelId="{BB83B070-6CFA-5F46-9D0A-4213568039A5}" type="pres">
      <dgm:prSet presAssocID="{8EA5CED4-A5AD-2746-A004-994B0CA09906}" presName="imagNode" presStyleLbl="fgImgPlac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000" r="-2000"/>
          </a:stretch>
        </a:blipFill>
      </dgm:spPr>
      <dgm:extLst>
        <a:ext uri="{E40237B7-FDA0-4F09-8148-C483321AD2D9}">
          <dgm14:cNvPr xmlns:dgm14="http://schemas.microsoft.com/office/drawing/2010/diagram" id="0" name="" descr="Pièces contour"/>
        </a:ext>
      </dgm:extLst>
    </dgm:pt>
  </dgm:ptLst>
  <dgm:cxnLst>
    <dgm:cxn modelId="{E050730A-93EA-6642-912E-71CF351B310F}" type="presOf" srcId="{8EA5CED4-A5AD-2746-A004-994B0CA09906}" destId="{DE0E2D69-BEA7-2C40-8F53-DF5FD518BC79}" srcOrd="0" destOrd="0" presId="urn:microsoft.com/office/officeart/2005/8/layout/hList7"/>
    <dgm:cxn modelId="{F1FCED2B-F66F-C443-814A-8ACEAEBAB14F}" type="presOf" srcId="{25E7F88B-44E9-0A4A-90E7-9D40C56776A4}" destId="{B52508B1-1EEF-B24E-AE05-7FAA86F18545}" srcOrd="0" destOrd="0" presId="urn:microsoft.com/office/officeart/2005/8/layout/hList7"/>
    <dgm:cxn modelId="{A8B99C38-A9B8-684E-97C7-FD3A0ACAB7D3}" srcId="{25E7F88B-44E9-0A4A-90E7-9D40C56776A4}" destId="{E27D87C3-9EBE-5342-A023-28504A69C819}" srcOrd="0" destOrd="0" parTransId="{4CB3C4EF-8A6C-D543-B4EC-F803846D97C7}" sibTransId="{10539FD3-A7D2-5040-8E2D-52CEDA49C8BE}"/>
    <dgm:cxn modelId="{62253F56-8D2F-2740-AF23-06B4C3BBAFC3}" type="presOf" srcId="{2B3BB586-7F00-6C47-BB9B-B21CB44572D6}" destId="{73E146FF-E4CC-5A4B-98BA-B0DF94194C78}" srcOrd="1" destOrd="0" presId="urn:microsoft.com/office/officeart/2005/8/layout/hList7"/>
    <dgm:cxn modelId="{528AFF9C-0CAB-E74C-84E4-DFB5455CCE8C}" srcId="{25E7F88B-44E9-0A4A-90E7-9D40C56776A4}" destId="{2B3BB586-7F00-6C47-BB9B-B21CB44572D6}" srcOrd="1" destOrd="0" parTransId="{4B4A2FA0-51D0-BC40-9290-7A782CF06EE8}" sibTransId="{A79620EF-44D3-8544-90AD-447A779E0440}"/>
    <dgm:cxn modelId="{955C64B4-A1A3-8946-BF13-453FEFDC4B87}" type="presOf" srcId="{E27D87C3-9EBE-5342-A023-28504A69C819}" destId="{4F873577-2D3A-5543-9D42-18BADE5077CE}" srcOrd="0" destOrd="0" presId="urn:microsoft.com/office/officeart/2005/8/layout/hList7"/>
    <dgm:cxn modelId="{1768FEB8-794D-C540-A953-F1E5B8D3A6C2}" srcId="{25E7F88B-44E9-0A4A-90E7-9D40C56776A4}" destId="{8EA5CED4-A5AD-2746-A004-994B0CA09906}" srcOrd="2" destOrd="0" parTransId="{B8D37329-228E-524F-8D30-8931C4A7A10D}" sibTransId="{968B4647-A7E9-7C45-A92C-18DF5CF6A459}"/>
    <dgm:cxn modelId="{A3DA7DC6-3DAF-554F-89BC-42AE1072AD07}" type="presOf" srcId="{8EA5CED4-A5AD-2746-A004-994B0CA09906}" destId="{C87FD5CD-0C14-504A-A9D8-A12028677359}" srcOrd="1" destOrd="0" presId="urn:microsoft.com/office/officeart/2005/8/layout/hList7"/>
    <dgm:cxn modelId="{BD841CD1-8A8A-A44B-A894-8670DF24B2BB}" type="presOf" srcId="{10539FD3-A7D2-5040-8E2D-52CEDA49C8BE}" destId="{0FF34F54-262B-4248-BCA1-E62F23A50AC1}" srcOrd="0" destOrd="0" presId="urn:microsoft.com/office/officeart/2005/8/layout/hList7"/>
    <dgm:cxn modelId="{72EEA3E6-4FF8-414E-8126-9FD7A6D7BD36}" type="presOf" srcId="{2B3BB586-7F00-6C47-BB9B-B21CB44572D6}" destId="{153492C9-DE00-7341-8F12-9A575ADAE5DC}" srcOrd="0" destOrd="0" presId="urn:microsoft.com/office/officeart/2005/8/layout/hList7"/>
    <dgm:cxn modelId="{7F6BB5F8-4510-B548-9E51-5806E9E53B9D}" type="presOf" srcId="{E27D87C3-9EBE-5342-A023-28504A69C819}" destId="{FF48CFB8-3EB6-8040-BA7A-590EE46D5590}" srcOrd="1" destOrd="0" presId="urn:microsoft.com/office/officeart/2005/8/layout/hList7"/>
    <dgm:cxn modelId="{B273EFFA-5284-1643-8526-F6788DBF4025}" type="presOf" srcId="{A79620EF-44D3-8544-90AD-447A779E0440}" destId="{1B8129F1-9654-A94F-97EC-9432CCC16DEE}" srcOrd="0" destOrd="0" presId="urn:microsoft.com/office/officeart/2005/8/layout/hList7"/>
    <dgm:cxn modelId="{4944A380-2B49-B641-B4B9-63ACA8F8CE46}" type="presParOf" srcId="{B52508B1-1EEF-B24E-AE05-7FAA86F18545}" destId="{5BB06771-AA74-184E-ACDC-DB90BFB6F5E4}" srcOrd="0" destOrd="0" presId="urn:microsoft.com/office/officeart/2005/8/layout/hList7"/>
    <dgm:cxn modelId="{CC606ADC-3A9B-1B40-BF37-7A70584764AA}" type="presParOf" srcId="{B52508B1-1EEF-B24E-AE05-7FAA86F18545}" destId="{32B7B358-98D3-EE4C-A736-D65C4D51DDE6}" srcOrd="1" destOrd="0" presId="urn:microsoft.com/office/officeart/2005/8/layout/hList7"/>
    <dgm:cxn modelId="{23F521B8-7F81-7642-B607-CA100669D79D}" type="presParOf" srcId="{32B7B358-98D3-EE4C-A736-D65C4D51DDE6}" destId="{FE910CA3-0964-0D49-9780-2C67841D3565}" srcOrd="0" destOrd="0" presId="urn:microsoft.com/office/officeart/2005/8/layout/hList7"/>
    <dgm:cxn modelId="{7492CD59-0591-6847-9CC6-47A235AC1E19}" type="presParOf" srcId="{FE910CA3-0964-0D49-9780-2C67841D3565}" destId="{4F873577-2D3A-5543-9D42-18BADE5077CE}" srcOrd="0" destOrd="0" presId="urn:microsoft.com/office/officeart/2005/8/layout/hList7"/>
    <dgm:cxn modelId="{4EAF63E7-A66F-CD4B-88D1-DB2F3E4B5A28}" type="presParOf" srcId="{FE910CA3-0964-0D49-9780-2C67841D3565}" destId="{FF48CFB8-3EB6-8040-BA7A-590EE46D5590}" srcOrd="1" destOrd="0" presId="urn:microsoft.com/office/officeart/2005/8/layout/hList7"/>
    <dgm:cxn modelId="{02573BD2-E80F-8046-B154-0E685FD01392}" type="presParOf" srcId="{FE910CA3-0964-0D49-9780-2C67841D3565}" destId="{F46DDA83-E43B-CF4B-9CC6-2C2AA7790625}" srcOrd="2" destOrd="0" presId="urn:microsoft.com/office/officeart/2005/8/layout/hList7"/>
    <dgm:cxn modelId="{FB3B95D6-242F-BD46-B57C-8BED9031C5DC}" type="presParOf" srcId="{FE910CA3-0964-0D49-9780-2C67841D3565}" destId="{EAF44AA4-714D-FA43-8441-707724E23D04}" srcOrd="3" destOrd="0" presId="urn:microsoft.com/office/officeart/2005/8/layout/hList7"/>
    <dgm:cxn modelId="{4441EA45-3394-4B4F-8D91-F28C082042AE}" type="presParOf" srcId="{32B7B358-98D3-EE4C-A736-D65C4D51DDE6}" destId="{0FF34F54-262B-4248-BCA1-E62F23A50AC1}" srcOrd="1" destOrd="0" presId="urn:microsoft.com/office/officeart/2005/8/layout/hList7"/>
    <dgm:cxn modelId="{C0C00B09-5EEB-A84F-A730-2407E3D01086}" type="presParOf" srcId="{32B7B358-98D3-EE4C-A736-D65C4D51DDE6}" destId="{BD2C1EE0-434F-A04D-A165-2194D0741EDD}" srcOrd="2" destOrd="0" presId="urn:microsoft.com/office/officeart/2005/8/layout/hList7"/>
    <dgm:cxn modelId="{B7EFDC50-E276-2A49-9EB6-B3770AF0311F}" type="presParOf" srcId="{BD2C1EE0-434F-A04D-A165-2194D0741EDD}" destId="{153492C9-DE00-7341-8F12-9A575ADAE5DC}" srcOrd="0" destOrd="0" presId="urn:microsoft.com/office/officeart/2005/8/layout/hList7"/>
    <dgm:cxn modelId="{0B45C500-4F0E-5946-9D85-717F251536E9}" type="presParOf" srcId="{BD2C1EE0-434F-A04D-A165-2194D0741EDD}" destId="{73E146FF-E4CC-5A4B-98BA-B0DF94194C78}" srcOrd="1" destOrd="0" presId="urn:microsoft.com/office/officeart/2005/8/layout/hList7"/>
    <dgm:cxn modelId="{050FE5BB-5D6E-7B4B-A005-B0676B2DD1AE}" type="presParOf" srcId="{BD2C1EE0-434F-A04D-A165-2194D0741EDD}" destId="{2DF5A9BE-C02D-C24A-91A2-9F0AF7F89AC7}" srcOrd="2" destOrd="0" presId="urn:microsoft.com/office/officeart/2005/8/layout/hList7"/>
    <dgm:cxn modelId="{F8E4C2FB-0BFD-CF4C-B88A-E9248DF1A7F8}" type="presParOf" srcId="{BD2C1EE0-434F-A04D-A165-2194D0741EDD}" destId="{2648D7A3-2788-1C4B-A90B-275B7115F884}" srcOrd="3" destOrd="0" presId="urn:microsoft.com/office/officeart/2005/8/layout/hList7"/>
    <dgm:cxn modelId="{AEB1CC6D-2CE2-324A-A4D8-29046FE23F25}" type="presParOf" srcId="{32B7B358-98D3-EE4C-A736-D65C4D51DDE6}" destId="{1B8129F1-9654-A94F-97EC-9432CCC16DEE}" srcOrd="3" destOrd="0" presId="urn:microsoft.com/office/officeart/2005/8/layout/hList7"/>
    <dgm:cxn modelId="{CE0B0CEC-4D93-5143-B420-D16341FEA191}" type="presParOf" srcId="{32B7B358-98D3-EE4C-A736-D65C4D51DDE6}" destId="{33AA80D1-19B6-1449-B6D3-C3F0DD3D5353}" srcOrd="4" destOrd="0" presId="urn:microsoft.com/office/officeart/2005/8/layout/hList7"/>
    <dgm:cxn modelId="{DA0E70CD-D8AC-AC41-8F67-E9F1B9BC5F53}" type="presParOf" srcId="{33AA80D1-19B6-1449-B6D3-C3F0DD3D5353}" destId="{DE0E2D69-BEA7-2C40-8F53-DF5FD518BC79}" srcOrd="0" destOrd="0" presId="urn:microsoft.com/office/officeart/2005/8/layout/hList7"/>
    <dgm:cxn modelId="{19922C2B-DA74-DD41-8A78-6F869768E562}" type="presParOf" srcId="{33AA80D1-19B6-1449-B6D3-C3F0DD3D5353}" destId="{C87FD5CD-0C14-504A-A9D8-A12028677359}" srcOrd="1" destOrd="0" presId="urn:microsoft.com/office/officeart/2005/8/layout/hList7"/>
    <dgm:cxn modelId="{4D7D74F7-CF60-6744-9E8F-5202AA654CCB}" type="presParOf" srcId="{33AA80D1-19B6-1449-B6D3-C3F0DD3D5353}" destId="{282B2146-10D2-5A4B-BFF7-9C6C83E40A08}" srcOrd="2" destOrd="0" presId="urn:microsoft.com/office/officeart/2005/8/layout/hList7"/>
    <dgm:cxn modelId="{0A479A60-23FC-D741-9F36-FCC70FB46BA2}" type="presParOf" srcId="{33AA80D1-19B6-1449-B6D3-C3F0DD3D5353}" destId="{BB83B070-6CFA-5F46-9D0A-4213568039A5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F49CC-D841-C149-AD01-FF28565BA85B}">
      <dsp:nvSpPr>
        <dsp:cNvPr id="0" name=""/>
        <dsp:cNvSpPr/>
      </dsp:nvSpPr>
      <dsp:spPr>
        <a:xfrm>
          <a:off x="0" y="316973"/>
          <a:ext cx="6666833" cy="2349506"/>
        </a:xfrm>
        <a:prstGeom prst="roundRect">
          <a:avLst/>
        </a:prstGeom>
        <a:gradFill rotWithShape="0">
          <a:gsLst>
            <a:gs pos="24000">
              <a:srgbClr val="FFB482"/>
            </a:gs>
            <a:gs pos="49000">
              <a:srgbClr val="FFB482"/>
            </a:gs>
            <a:gs pos="74000">
              <a:srgbClr val="FFB482"/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b="1" kern="1200" dirty="0"/>
            <a:t>Mission :</a:t>
          </a:r>
          <a:r>
            <a:rPr lang="fr-FR" sz="4200" kern="1200" dirty="0"/>
            <a:t> Panorama de l'alimentation mondiale.</a:t>
          </a:r>
          <a:endParaRPr lang="en-US" sz="4200" kern="1200" dirty="0"/>
        </a:p>
      </dsp:txBody>
      <dsp:txXfrm>
        <a:off x="114693" y="431666"/>
        <a:ext cx="6437447" cy="2120120"/>
      </dsp:txXfrm>
    </dsp:sp>
    <dsp:sp modelId="{BEBA1581-FD36-AD4C-9E36-21980C436AF9}">
      <dsp:nvSpPr>
        <dsp:cNvPr id="0" name=""/>
        <dsp:cNvSpPr/>
      </dsp:nvSpPr>
      <dsp:spPr>
        <a:xfrm>
          <a:off x="0" y="2787440"/>
          <a:ext cx="6666833" cy="2349506"/>
        </a:xfrm>
        <a:prstGeom prst="roundRect">
          <a:avLst/>
        </a:prstGeom>
        <a:gradFill rotWithShape="0">
          <a:gsLst>
            <a:gs pos="0">
              <a:srgbClr val="A1C9F5"/>
            </a:gs>
            <a:gs pos="50000">
              <a:srgbClr val="A1C9F5"/>
            </a:gs>
            <a:gs pos="100000">
              <a:srgbClr val="A1C9F5"/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b="1" kern="1200" dirty="0"/>
            <a:t>Objectifs :</a:t>
          </a:r>
          <a:r>
            <a:rPr lang="fr-FR" sz="4200" kern="1200" dirty="0"/>
            <a:t> Quantifier la sous-nutrition et identifier les pays vulnérables</a:t>
          </a:r>
          <a:endParaRPr lang="en-US" sz="4200" kern="1200" dirty="0"/>
        </a:p>
      </dsp:txBody>
      <dsp:txXfrm>
        <a:off x="114693" y="2902133"/>
        <a:ext cx="6437447" cy="2120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C5469E-DD17-604D-91C2-62FAE073C8DA}">
      <dsp:nvSpPr>
        <dsp:cNvPr id="0" name=""/>
        <dsp:cNvSpPr/>
      </dsp:nvSpPr>
      <dsp:spPr>
        <a:xfrm>
          <a:off x="959346" y="592040"/>
          <a:ext cx="2801318" cy="3295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470BD-64E6-BA49-B34E-FC26A7E430F6}">
      <dsp:nvSpPr>
        <dsp:cNvPr id="0" name=""/>
        <dsp:cNvSpPr/>
      </dsp:nvSpPr>
      <dsp:spPr>
        <a:xfrm>
          <a:off x="959346" y="715812"/>
          <a:ext cx="205794" cy="2057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56A66B-4C09-9345-8759-301305C795FE}">
      <dsp:nvSpPr>
        <dsp:cNvPr id="0" name=""/>
        <dsp:cNvSpPr/>
      </dsp:nvSpPr>
      <dsp:spPr>
        <a:xfrm>
          <a:off x="959346" y="0"/>
          <a:ext cx="2801318" cy="592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Disponibilité alimentaire la plus forte (kcal/j/pers)</a:t>
          </a:r>
        </a:p>
      </dsp:txBody>
      <dsp:txXfrm>
        <a:off x="959346" y="0"/>
        <a:ext cx="2801318" cy="592040"/>
      </dsp:txXfrm>
    </dsp:sp>
    <dsp:sp modelId="{531F52EC-27C8-B24C-9F25-6BA2BFBF1828}">
      <dsp:nvSpPr>
        <dsp:cNvPr id="0" name=""/>
        <dsp:cNvSpPr/>
      </dsp:nvSpPr>
      <dsp:spPr>
        <a:xfrm>
          <a:off x="959346" y="1195514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6C530-C429-1648-9089-EFE72C13B228}">
      <dsp:nvSpPr>
        <dsp:cNvPr id="0" name=""/>
        <dsp:cNvSpPr/>
      </dsp:nvSpPr>
      <dsp:spPr>
        <a:xfrm>
          <a:off x="1155439" y="1058560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Autriche</a:t>
          </a:r>
          <a:r>
            <a:rPr lang="fr-FR" sz="1100" kern="1200" dirty="0"/>
            <a:t>		3770</a:t>
          </a:r>
        </a:p>
      </dsp:txBody>
      <dsp:txXfrm>
        <a:off x="1155439" y="1058560"/>
        <a:ext cx="2605226" cy="479696"/>
      </dsp:txXfrm>
    </dsp:sp>
    <dsp:sp modelId="{22292103-54BC-9045-9070-0FDCFE38A0A4}">
      <dsp:nvSpPr>
        <dsp:cNvPr id="0" name=""/>
        <dsp:cNvSpPr/>
      </dsp:nvSpPr>
      <dsp:spPr>
        <a:xfrm>
          <a:off x="959346" y="1675211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4B137-EC1C-5C47-B004-94DE0A17A26D}">
      <dsp:nvSpPr>
        <dsp:cNvPr id="0" name=""/>
        <dsp:cNvSpPr/>
      </dsp:nvSpPr>
      <dsp:spPr>
        <a:xfrm>
          <a:off x="1155439" y="1538257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Belgique</a:t>
          </a:r>
          <a:r>
            <a:rPr lang="fr-FR" sz="1100" kern="1200" dirty="0"/>
            <a:t>		3737</a:t>
          </a:r>
        </a:p>
      </dsp:txBody>
      <dsp:txXfrm>
        <a:off x="1155439" y="1538257"/>
        <a:ext cx="2605226" cy="479696"/>
      </dsp:txXfrm>
    </dsp:sp>
    <dsp:sp modelId="{A9E5BBA6-C3CC-5546-A848-188D6D2A9687}">
      <dsp:nvSpPr>
        <dsp:cNvPr id="0" name=""/>
        <dsp:cNvSpPr/>
      </dsp:nvSpPr>
      <dsp:spPr>
        <a:xfrm>
          <a:off x="959346" y="2154907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C7804-2AC1-F841-9C23-847F75659DFB}">
      <dsp:nvSpPr>
        <dsp:cNvPr id="0" name=""/>
        <dsp:cNvSpPr/>
      </dsp:nvSpPr>
      <dsp:spPr>
        <a:xfrm>
          <a:off x="1155439" y="2017954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Turquie</a:t>
          </a:r>
          <a:r>
            <a:rPr lang="fr-FR" sz="1100" kern="1200" dirty="0"/>
            <a:t>			3708</a:t>
          </a:r>
        </a:p>
      </dsp:txBody>
      <dsp:txXfrm>
        <a:off x="1155439" y="2017954"/>
        <a:ext cx="2605226" cy="479696"/>
      </dsp:txXfrm>
    </dsp:sp>
    <dsp:sp modelId="{431D4736-56E9-8848-9094-ECF7D123E8C1}">
      <dsp:nvSpPr>
        <dsp:cNvPr id="0" name=""/>
        <dsp:cNvSpPr/>
      </dsp:nvSpPr>
      <dsp:spPr>
        <a:xfrm>
          <a:off x="959346" y="2634604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D1D52-8710-F446-B5E7-EEF77FCEA4C1}">
      <dsp:nvSpPr>
        <dsp:cNvPr id="0" name=""/>
        <dsp:cNvSpPr/>
      </dsp:nvSpPr>
      <dsp:spPr>
        <a:xfrm>
          <a:off x="1155439" y="2497651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USA</a:t>
          </a:r>
          <a:r>
            <a:rPr lang="fr-FR" sz="1100" kern="1200" dirty="0"/>
            <a:t>			3682</a:t>
          </a:r>
        </a:p>
      </dsp:txBody>
      <dsp:txXfrm>
        <a:off x="1155439" y="2497651"/>
        <a:ext cx="2605226" cy="479696"/>
      </dsp:txXfrm>
    </dsp:sp>
    <dsp:sp modelId="{042E6EA1-9316-0643-85D0-CDDC0A8FE4EF}">
      <dsp:nvSpPr>
        <dsp:cNvPr id="0" name=""/>
        <dsp:cNvSpPr/>
      </dsp:nvSpPr>
      <dsp:spPr>
        <a:xfrm>
          <a:off x="959346" y="3114301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409CE-1C04-6D4F-B772-34A9FB87C970}">
      <dsp:nvSpPr>
        <dsp:cNvPr id="0" name=""/>
        <dsp:cNvSpPr/>
      </dsp:nvSpPr>
      <dsp:spPr>
        <a:xfrm>
          <a:off x="1155439" y="2977347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Israël</a:t>
          </a:r>
          <a:r>
            <a:rPr lang="fr-FR" sz="1100" kern="1200" dirty="0"/>
            <a:t>			3610</a:t>
          </a:r>
        </a:p>
      </dsp:txBody>
      <dsp:txXfrm>
        <a:off x="1155439" y="2977347"/>
        <a:ext cx="2605226" cy="479696"/>
      </dsp:txXfrm>
    </dsp:sp>
    <dsp:sp modelId="{AD86E89E-52CC-B64E-9FF6-12970E9702C1}">
      <dsp:nvSpPr>
        <dsp:cNvPr id="0" name=""/>
        <dsp:cNvSpPr/>
      </dsp:nvSpPr>
      <dsp:spPr>
        <a:xfrm>
          <a:off x="959346" y="3593998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1564CF-FBE3-4040-8431-806EDE4AC9C3}">
      <dsp:nvSpPr>
        <dsp:cNvPr id="0" name=""/>
        <dsp:cNvSpPr/>
      </dsp:nvSpPr>
      <dsp:spPr>
        <a:xfrm>
          <a:off x="1155439" y="3457044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Irlande</a:t>
          </a:r>
          <a:r>
            <a:rPr lang="fr-FR" sz="1100" kern="1200" dirty="0"/>
            <a:t>			3602</a:t>
          </a:r>
        </a:p>
      </dsp:txBody>
      <dsp:txXfrm>
        <a:off x="1155439" y="3457044"/>
        <a:ext cx="2605226" cy="479696"/>
      </dsp:txXfrm>
    </dsp:sp>
    <dsp:sp modelId="{D4550056-9E03-8443-8DC3-AA332B7DDF6B}">
      <dsp:nvSpPr>
        <dsp:cNvPr id="0" name=""/>
        <dsp:cNvSpPr/>
      </dsp:nvSpPr>
      <dsp:spPr>
        <a:xfrm>
          <a:off x="959346" y="4073694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0CC61-50B0-DD4C-B818-40FA2D1B22B2}">
      <dsp:nvSpPr>
        <dsp:cNvPr id="0" name=""/>
        <dsp:cNvSpPr/>
      </dsp:nvSpPr>
      <dsp:spPr>
        <a:xfrm>
          <a:off x="1155439" y="3936741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Italie</a:t>
          </a:r>
          <a:r>
            <a:rPr lang="fr-FR" sz="1100" kern="1200" dirty="0"/>
            <a:t>			3575</a:t>
          </a:r>
        </a:p>
      </dsp:txBody>
      <dsp:txXfrm>
        <a:off x="1155439" y="3936741"/>
        <a:ext cx="2605226" cy="479696"/>
      </dsp:txXfrm>
    </dsp:sp>
    <dsp:sp modelId="{C5B8F932-3725-AA49-9A7F-4DCE34F20C38}">
      <dsp:nvSpPr>
        <dsp:cNvPr id="0" name=""/>
        <dsp:cNvSpPr/>
      </dsp:nvSpPr>
      <dsp:spPr>
        <a:xfrm>
          <a:off x="959346" y="4553391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82DD6-3B67-6542-8306-DC1B34915189}">
      <dsp:nvSpPr>
        <dsp:cNvPr id="0" name=""/>
        <dsp:cNvSpPr/>
      </dsp:nvSpPr>
      <dsp:spPr>
        <a:xfrm>
          <a:off x="1155439" y="4416438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Luxembourg</a:t>
          </a:r>
          <a:r>
            <a:rPr lang="fr-FR" sz="1100" kern="1200" dirty="0"/>
            <a:t>		3540</a:t>
          </a:r>
        </a:p>
      </dsp:txBody>
      <dsp:txXfrm>
        <a:off x="1155439" y="4416438"/>
        <a:ext cx="2605226" cy="479696"/>
      </dsp:txXfrm>
    </dsp:sp>
    <dsp:sp modelId="{054BC3B0-07BD-4649-973A-360727EC1799}">
      <dsp:nvSpPr>
        <dsp:cNvPr id="0" name=""/>
        <dsp:cNvSpPr/>
      </dsp:nvSpPr>
      <dsp:spPr>
        <a:xfrm>
          <a:off x="959346" y="5033088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A581A-1872-AD45-9118-B8E3D211BD8A}">
      <dsp:nvSpPr>
        <dsp:cNvPr id="0" name=""/>
        <dsp:cNvSpPr/>
      </dsp:nvSpPr>
      <dsp:spPr>
        <a:xfrm>
          <a:off x="1155439" y="4896134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Égypte</a:t>
          </a:r>
          <a:r>
            <a:rPr lang="fr-FR" sz="1100" kern="1200" dirty="0"/>
            <a:t>			3518</a:t>
          </a:r>
        </a:p>
      </dsp:txBody>
      <dsp:txXfrm>
        <a:off x="1155439" y="4896134"/>
        <a:ext cx="2605226" cy="479696"/>
      </dsp:txXfrm>
    </dsp:sp>
    <dsp:sp modelId="{3F962FC2-3535-944F-9C5B-84938561E9DB}">
      <dsp:nvSpPr>
        <dsp:cNvPr id="0" name=""/>
        <dsp:cNvSpPr/>
      </dsp:nvSpPr>
      <dsp:spPr>
        <a:xfrm>
          <a:off x="959346" y="5512784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A135C-DDEA-F34B-B878-8AEA75B85479}">
      <dsp:nvSpPr>
        <dsp:cNvPr id="0" name=""/>
        <dsp:cNvSpPr/>
      </dsp:nvSpPr>
      <dsp:spPr>
        <a:xfrm>
          <a:off x="1155439" y="5375831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Allemagne</a:t>
          </a:r>
          <a:r>
            <a:rPr lang="fr-FR" sz="1100" kern="1200" dirty="0"/>
            <a:t>		3503</a:t>
          </a:r>
        </a:p>
      </dsp:txBody>
      <dsp:txXfrm>
        <a:off x="1155439" y="5375831"/>
        <a:ext cx="2605226" cy="479696"/>
      </dsp:txXfrm>
    </dsp:sp>
    <dsp:sp modelId="{10EC1325-C5F3-6E49-8128-5ADF4040E0F0}">
      <dsp:nvSpPr>
        <dsp:cNvPr id="0" name=""/>
        <dsp:cNvSpPr/>
      </dsp:nvSpPr>
      <dsp:spPr>
        <a:xfrm>
          <a:off x="3900730" y="592040"/>
          <a:ext cx="2801318" cy="3295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1A5F7-973D-704F-BFD2-97C824B78FEE}">
      <dsp:nvSpPr>
        <dsp:cNvPr id="0" name=""/>
        <dsp:cNvSpPr/>
      </dsp:nvSpPr>
      <dsp:spPr>
        <a:xfrm>
          <a:off x="3900730" y="715812"/>
          <a:ext cx="205794" cy="20579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276E04-CEB7-0C40-AE31-6B54F773A005}">
      <dsp:nvSpPr>
        <dsp:cNvPr id="0" name=""/>
        <dsp:cNvSpPr/>
      </dsp:nvSpPr>
      <dsp:spPr>
        <a:xfrm>
          <a:off x="3900730" y="0"/>
          <a:ext cx="2801318" cy="592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Disponibilité alimentaire la plus faible (kcal/j/pers)</a:t>
          </a:r>
        </a:p>
      </dsp:txBody>
      <dsp:txXfrm>
        <a:off x="3900730" y="0"/>
        <a:ext cx="2801318" cy="592040"/>
      </dsp:txXfrm>
    </dsp:sp>
    <dsp:sp modelId="{642748DC-8F11-DD49-811C-D5CAEA1C8E21}">
      <dsp:nvSpPr>
        <dsp:cNvPr id="0" name=""/>
        <dsp:cNvSpPr/>
      </dsp:nvSpPr>
      <dsp:spPr>
        <a:xfrm>
          <a:off x="3900730" y="1195514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D63289-9EC7-5A45-898C-CCAFF4988E98}">
      <dsp:nvSpPr>
        <dsp:cNvPr id="0" name=""/>
        <dsp:cNvSpPr/>
      </dsp:nvSpPr>
      <dsp:spPr>
        <a:xfrm>
          <a:off x="4096823" y="1058560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 dirty="0"/>
            <a:t>République centrafricaine </a:t>
          </a:r>
          <a:r>
            <a:rPr lang="fr-FR" sz="1200" kern="1200" dirty="0"/>
            <a:t>	</a:t>
          </a:r>
          <a:r>
            <a:rPr lang="fr-FR" sz="1100" kern="1200" dirty="0"/>
            <a:t>1879</a:t>
          </a:r>
        </a:p>
      </dsp:txBody>
      <dsp:txXfrm>
        <a:off x="4096823" y="1058560"/>
        <a:ext cx="2605226" cy="479696"/>
      </dsp:txXfrm>
    </dsp:sp>
    <dsp:sp modelId="{627067DB-EBAE-8C4F-8529-02E915468289}">
      <dsp:nvSpPr>
        <dsp:cNvPr id="0" name=""/>
        <dsp:cNvSpPr/>
      </dsp:nvSpPr>
      <dsp:spPr>
        <a:xfrm>
          <a:off x="3900730" y="1675211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8C8626-E464-F54F-BB15-3AA2BAC606E9}">
      <dsp:nvSpPr>
        <dsp:cNvPr id="0" name=""/>
        <dsp:cNvSpPr/>
      </dsp:nvSpPr>
      <dsp:spPr>
        <a:xfrm>
          <a:off x="4096823" y="1538257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Zambie</a:t>
          </a:r>
          <a:r>
            <a:rPr lang="fr-FR" sz="1100" kern="1200" dirty="0"/>
            <a:t>			1924</a:t>
          </a:r>
        </a:p>
      </dsp:txBody>
      <dsp:txXfrm>
        <a:off x="4096823" y="1538257"/>
        <a:ext cx="2605226" cy="479696"/>
      </dsp:txXfrm>
    </dsp:sp>
    <dsp:sp modelId="{80ACD6B0-4C1B-CD47-A0D1-FD6F22C7376A}">
      <dsp:nvSpPr>
        <dsp:cNvPr id="0" name=""/>
        <dsp:cNvSpPr/>
      </dsp:nvSpPr>
      <dsp:spPr>
        <a:xfrm>
          <a:off x="3900730" y="2154907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26E770-37A6-D84A-B260-6C45461EB5D8}">
      <dsp:nvSpPr>
        <dsp:cNvPr id="0" name=""/>
        <dsp:cNvSpPr/>
      </dsp:nvSpPr>
      <dsp:spPr>
        <a:xfrm>
          <a:off x="4096823" y="2017954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Madagascar</a:t>
          </a:r>
          <a:r>
            <a:rPr lang="fr-FR" sz="1100" kern="1200" dirty="0"/>
            <a:t>		2056</a:t>
          </a:r>
        </a:p>
      </dsp:txBody>
      <dsp:txXfrm>
        <a:off x="4096823" y="2017954"/>
        <a:ext cx="2605226" cy="479696"/>
      </dsp:txXfrm>
    </dsp:sp>
    <dsp:sp modelId="{65C234F3-8113-A842-8717-42E808B07F06}">
      <dsp:nvSpPr>
        <dsp:cNvPr id="0" name=""/>
        <dsp:cNvSpPr/>
      </dsp:nvSpPr>
      <dsp:spPr>
        <a:xfrm>
          <a:off x="3900730" y="2634604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6DDED-B035-1A48-9A27-54F47C843B44}">
      <dsp:nvSpPr>
        <dsp:cNvPr id="0" name=""/>
        <dsp:cNvSpPr/>
      </dsp:nvSpPr>
      <dsp:spPr>
        <a:xfrm>
          <a:off x="4096823" y="2497651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Afghanistan</a:t>
          </a:r>
          <a:r>
            <a:rPr lang="fr-FR" sz="1100" kern="1200" dirty="0"/>
            <a:t>		2087</a:t>
          </a:r>
        </a:p>
      </dsp:txBody>
      <dsp:txXfrm>
        <a:off x="4096823" y="2497651"/>
        <a:ext cx="2605226" cy="479696"/>
      </dsp:txXfrm>
    </dsp:sp>
    <dsp:sp modelId="{1FC25EBD-97FF-BF4B-8980-3C1A8C7904A5}">
      <dsp:nvSpPr>
        <dsp:cNvPr id="0" name=""/>
        <dsp:cNvSpPr/>
      </dsp:nvSpPr>
      <dsp:spPr>
        <a:xfrm>
          <a:off x="3900730" y="3114301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72012-0AFB-1A4C-9540-A9A09D0A3FFD}">
      <dsp:nvSpPr>
        <dsp:cNvPr id="0" name=""/>
        <dsp:cNvSpPr/>
      </dsp:nvSpPr>
      <dsp:spPr>
        <a:xfrm>
          <a:off x="4096823" y="2977347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Haïti</a:t>
          </a:r>
          <a:r>
            <a:rPr lang="fr-FR" sz="1100" kern="1200" dirty="0"/>
            <a:t>			2089</a:t>
          </a:r>
        </a:p>
      </dsp:txBody>
      <dsp:txXfrm>
        <a:off x="4096823" y="2977347"/>
        <a:ext cx="2605226" cy="479696"/>
      </dsp:txXfrm>
    </dsp:sp>
    <dsp:sp modelId="{3836DF87-83AA-2C46-AEB5-5E6EC8BA6138}">
      <dsp:nvSpPr>
        <dsp:cNvPr id="0" name=""/>
        <dsp:cNvSpPr/>
      </dsp:nvSpPr>
      <dsp:spPr>
        <a:xfrm>
          <a:off x="3900730" y="3593998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EE7EC1-125C-FB4B-AC7A-3066C5207A00}">
      <dsp:nvSpPr>
        <dsp:cNvPr id="0" name=""/>
        <dsp:cNvSpPr/>
      </dsp:nvSpPr>
      <dsp:spPr>
        <a:xfrm>
          <a:off x="4096823" y="3457044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Corée du Nord</a:t>
          </a:r>
          <a:r>
            <a:rPr lang="fr-FR" sz="1100" kern="1200" dirty="0"/>
            <a:t>		2093</a:t>
          </a:r>
        </a:p>
      </dsp:txBody>
      <dsp:txXfrm>
        <a:off x="4096823" y="3457044"/>
        <a:ext cx="2605226" cy="479696"/>
      </dsp:txXfrm>
    </dsp:sp>
    <dsp:sp modelId="{E5DDD145-3334-C04F-B7C9-D8F189B93FF2}">
      <dsp:nvSpPr>
        <dsp:cNvPr id="0" name=""/>
        <dsp:cNvSpPr/>
      </dsp:nvSpPr>
      <dsp:spPr>
        <a:xfrm>
          <a:off x="3900730" y="4073694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831523-14A2-7641-A44F-D703D69F78EC}">
      <dsp:nvSpPr>
        <dsp:cNvPr id="0" name=""/>
        <dsp:cNvSpPr/>
      </dsp:nvSpPr>
      <dsp:spPr>
        <a:xfrm>
          <a:off x="4096823" y="3936741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Tchad</a:t>
          </a:r>
          <a:r>
            <a:rPr lang="fr-FR" sz="1100" kern="1200" dirty="0"/>
            <a:t>			2109</a:t>
          </a:r>
        </a:p>
      </dsp:txBody>
      <dsp:txXfrm>
        <a:off x="4096823" y="3936741"/>
        <a:ext cx="2605226" cy="479696"/>
      </dsp:txXfrm>
    </dsp:sp>
    <dsp:sp modelId="{5EE99D25-DEB7-954B-91FE-156AD635B796}">
      <dsp:nvSpPr>
        <dsp:cNvPr id="0" name=""/>
        <dsp:cNvSpPr/>
      </dsp:nvSpPr>
      <dsp:spPr>
        <a:xfrm>
          <a:off x="3900730" y="4553391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4628D-01FE-F244-925A-7C9E70BF3E2C}">
      <dsp:nvSpPr>
        <dsp:cNvPr id="0" name=""/>
        <dsp:cNvSpPr/>
      </dsp:nvSpPr>
      <dsp:spPr>
        <a:xfrm>
          <a:off x="4096823" y="4416438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Zimbabwe</a:t>
          </a:r>
          <a:r>
            <a:rPr lang="fr-FR" sz="1100" kern="1200" dirty="0"/>
            <a:t>		2113</a:t>
          </a:r>
        </a:p>
      </dsp:txBody>
      <dsp:txXfrm>
        <a:off x="4096823" y="4416438"/>
        <a:ext cx="2605226" cy="479696"/>
      </dsp:txXfrm>
    </dsp:sp>
    <dsp:sp modelId="{F0F197C4-A61E-3143-9F70-72AC631C84E9}">
      <dsp:nvSpPr>
        <dsp:cNvPr id="0" name=""/>
        <dsp:cNvSpPr/>
      </dsp:nvSpPr>
      <dsp:spPr>
        <a:xfrm>
          <a:off x="3900730" y="5033088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FB994-F49D-644C-9E4F-67939601FD00}">
      <dsp:nvSpPr>
        <dsp:cNvPr id="0" name=""/>
        <dsp:cNvSpPr/>
      </dsp:nvSpPr>
      <dsp:spPr>
        <a:xfrm>
          <a:off x="4096823" y="4896134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Ouganda</a:t>
          </a:r>
          <a:r>
            <a:rPr lang="fr-FR" sz="1100" kern="1200" dirty="0"/>
            <a:t>		2116</a:t>
          </a:r>
        </a:p>
      </dsp:txBody>
      <dsp:txXfrm>
        <a:off x="4096823" y="4896134"/>
        <a:ext cx="2605226" cy="479696"/>
      </dsp:txXfrm>
    </dsp:sp>
    <dsp:sp modelId="{0562B340-156C-4540-9C82-DA062FC7E92B}">
      <dsp:nvSpPr>
        <dsp:cNvPr id="0" name=""/>
        <dsp:cNvSpPr/>
      </dsp:nvSpPr>
      <dsp:spPr>
        <a:xfrm>
          <a:off x="3900730" y="5512784"/>
          <a:ext cx="205789" cy="20578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30283-F7A0-624A-8DD7-E3D56FCF4BE3}">
      <dsp:nvSpPr>
        <dsp:cNvPr id="0" name=""/>
        <dsp:cNvSpPr/>
      </dsp:nvSpPr>
      <dsp:spPr>
        <a:xfrm>
          <a:off x="4096823" y="5375831"/>
          <a:ext cx="2605226" cy="4796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Timor-Leste</a:t>
          </a:r>
          <a:r>
            <a:rPr lang="fr-FR" sz="1100" kern="1200" dirty="0"/>
            <a:t>		2129</a:t>
          </a:r>
        </a:p>
      </dsp:txBody>
      <dsp:txXfrm>
        <a:off x="4096823" y="5375831"/>
        <a:ext cx="2605226" cy="4796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55367-7FA5-B542-BB15-8CCA929732E6}">
      <dsp:nvSpPr>
        <dsp:cNvPr id="0" name=""/>
        <dsp:cNvSpPr/>
      </dsp:nvSpPr>
      <dsp:spPr>
        <a:xfrm>
          <a:off x="0" y="0"/>
          <a:ext cx="7220730" cy="16933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La situation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6,2 millions de personnes en sous-nutrition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9% de la population touchée</a:t>
          </a:r>
        </a:p>
      </dsp:txBody>
      <dsp:txXfrm>
        <a:off x="1613479" y="0"/>
        <a:ext cx="5607250" cy="1693333"/>
      </dsp:txXfrm>
    </dsp:sp>
    <dsp:sp modelId="{95232DF0-23BB-3442-9912-C64645747F3B}">
      <dsp:nvSpPr>
        <dsp:cNvPr id="0" name=""/>
        <dsp:cNvSpPr/>
      </dsp:nvSpPr>
      <dsp:spPr>
        <a:xfrm>
          <a:off x="169333" y="169333"/>
          <a:ext cx="1444146" cy="13546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3000" b="-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7F433-AE0A-5C4A-9A49-B9C5ED7E7488}">
      <dsp:nvSpPr>
        <dsp:cNvPr id="0" name=""/>
        <dsp:cNvSpPr/>
      </dsp:nvSpPr>
      <dsp:spPr>
        <a:xfrm>
          <a:off x="0" y="1862666"/>
          <a:ext cx="7220730" cy="16933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Le manioc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83,4 % de la production est exportée</a:t>
          </a:r>
        </a:p>
      </dsp:txBody>
      <dsp:txXfrm>
        <a:off x="1613479" y="1862666"/>
        <a:ext cx="5607250" cy="1693333"/>
      </dsp:txXfrm>
    </dsp:sp>
    <dsp:sp modelId="{77ED82C9-1DD5-7842-8172-223D634A15A3}">
      <dsp:nvSpPr>
        <dsp:cNvPr id="0" name=""/>
        <dsp:cNvSpPr/>
      </dsp:nvSpPr>
      <dsp:spPr>
        <a:xfrm>
          <a:off x="169333" y="2032000"/>
          <a:ext cx="1444146" cy="13546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0" b="-1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F25150-2E43-A742-8EA8-67F01A015D2B}">
      <dsp:nvSpPr>
        <dsp:cNvPr id="0" name=""/>
        <dsp:cNvSpPr/>
      </dsp:nvSpPr>
      <dsp:spPr>
        <a:xfrm>
          <a:off x="0" y="3725333"/>
          <a:ext cx="7220730" cy="16933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Le potentiel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5,3 millions de personnes pourraient être nourries avec le manioc exporté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6,6 millions de personnes pourraient être nourries avec la production totale</a:t>
          </a:r>
        </a:p>
      </dsp:txBody>
      <dsp:txXfrm>
        <a:off x="1613479" y="3725333"/>
        <a:ext cx="5607250" cy="1693333"/>
      </dsp:txXfrm>
    </dsp:sp>
    <dsp:sp modelId="{7CDC23F1-6805-804C-AD5B-9C5ABA40C035}">
      <dsp:nvSpPr>
        <dsp:cNvPr id="0" name=""/>
        <dsp:cNvSpPr/>
      </dsp:nvSpPr>
      <dsp:spPr>
        <a:xfrm>
          <a:off x="169333" y="3894666"/>
          <a:ext cx="1444146" cy="135466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t="-10000" b="-1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873577-2D3A-5543-9D42-18BADE5077CE}">
      <dsp:nvSpPr>
        <dsp:cNvPr id="0" name=""/>
        <dsp:cNvSpPr/>
      </dsp:nvSpPr>
      <dsp:spPr>
        <a:xfrm>
          <a:off x="1377" y="0"/>
          <a:ext cx="2143244" cy="43985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Ressources suffisantes</a:t>
          </a:r>
        </a:p>
      </dsp:txBody>
      <dsp:txXfrm>
        <a:off x="1377" y="1759432"/>
        <a:ext cx="2143244" cy="1759432"/>
      </dsp:txXfrm>
    </dsp:sp>
    <dsp:sp modelId="{EAF44AA4-714D-FA43-8441-707724E23D04}">
      <dsp:nvSpPr>
        <dsp:cNvPr id="0" name=""/>
        <dsp:cNvSpPr/>
      </dsp:nvSpPr>
      <dsp:spPr>
        <a:xfrm>
          <a:off x="340636" y="263914"/>
          <a:ext cx="1464727" cy="146472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000" r="-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492C9-DE00-7341-8F12-9A575ADAE5DC}">
      <dsp:nvSpPr>
        <dsp:cNvPr id="0" name=""/>
        <dsp:cNvSpPr/>
      </dsp:nvSpPr>
      <dsp:spPr>
        <a:xfrm>
          <a:off x="2208919" y="0"/>
          <a:ext cx="2143244" cy="43985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Élevage et pertes</a:t>
          </a:r>
        </a:p>
      </dsp:txBody>
      <dsp:txXfrm>
        <a:off x="2208919" y="1759432"/>
        <a:ext cx="2143244" cy="1759432"/>
      </dsp:txXfrm>
    </dsp:sp>
    <dsp:sp modelId="{2648D7A3-2788-1C4B-A90B-275B7115F884}">
      <dsp:nvSpPr>
        <dsp:cNvPr id="0" name=""/>
        <dsp:cNvSpPr/>
      </dsp:nvSpPr>
      <dsp:spPr>
        <a:xfrm>
          <a:off x="2548177" y="263914"/>
          <a:ext cx="1464727" cy="146472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000" r="-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E2D69-BEA7-2C40-8F53-DF5FD518BC79}">
      <dsp:nvSpPr>
        <dsp:cNvPr id="0" name=""/>
        <dsp:cNvSpPr/>
      </dsp:nvSpPr>
      <dsp:spPr>
        <a:xfrm>
          <a:off x="4416461" y="0"/>
          <a:ext cx="2143244" cy="43985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Logique d’exportation</a:t>
          </a:r>
        </a:p>
      </dsp:txBody>
      <dsp:txXfrm>
        <a:off x="4416461" y="1759432"/>
        <a:ext cx="2143244" cy="1759432"/>
      </dsp:txXfrm>
    </dsp:sp>
    <dsp:sp modelId="{BB83B070-6CFA-5F46-9D0A-4213568039A5}">
      <dsp:nvSpPr>
        <dsp:cNvPr id="0" name=""/>
        <dsp:cNvSpPr/>
      </dsp:nvSpPr>
      <dsp:spPr>
        <a:xfrm>
          <a:off x="4755719" y="263914"/>
          <a:ext cx="1464727" cy="146472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000" r="-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06771-AA74-184E-ACDC-DB90BFB6F5E4}">
      <dsp:nvSpPr>
        <dsp:cNvPr id="0" name=""/>
        <dsp:cNvSpPr/>
      </dsp:nvSpPr>
      <dsp:spPr>
        <a:xfrm>
          <a:off x="262443" y="3518864"/>
          <a:ext cx="6036196" cy="659786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F8C917DA-A8A2-A493-E125-230614E41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723F3985-7BED-D1CA-C845-8E791F8BE1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>
            <a:extLst>
              <a:ext uri="{FF2B5EF4-FFF2-40B4-BE49-F238E27FC236}">
                <a16:creationId xmlns:a16="http://schemas.microsoft.com/office/drawing/2014/main" id="{BABDB305-FAFB-CDC9-813C-C3493DD17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3924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F1F8D-AB26-D5E9-4234-F5D35986B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D8F7C62-CA48-03FA-F028-0654B3A3F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43231F-2AC4-AD8C-4FE2-15B47EC6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626CB1-10DA-C7A5-CB46-13DE56070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ED3633-55EE-3A4B-6810-24685BAA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02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0AF948-2849-AB9D-6B52-E058BBA6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BCDEEB-D88D-AAB6-DBF1-E5C3525CF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E46F39-23A5-F7FA-8D20-B6FC4633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E2807F-33D2-CDDE-D672-8ED76581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C65999-9924-807D-C0AC-B31082C7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438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144EB1-0062-7DFB-7826-69403031B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6BAFDE-8A22-96E7-C251-FF58D8276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9DFF91-0FE5-0DBB-CF81-068096813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365897-6D05-C67F-99FD-601267CD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06865E-1376-2F7D-0D11-3F1CC9E6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7198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C51EBC-AD55-9E1B-E0BD-B5A21593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C951D7-C714-4458-D12F-36FE7B48A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99B87-FC35-1E9A-DD86-7D88971F9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6BE188-C076-EC67-3196-2F87B7C2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FD728C-0625-1A03-EC82-E89A98E1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6A494E-D6FF-FB02-7EF0-B6C44AAB0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67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73A69-7829-529B-B142-11914DC6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14347B-2611-588D-60A4-4197B7EF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E7A8E70-967F-7CA6-C9FB-B6120FF83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8E3368-BD9F-A6BA-3C3F-7B20F7629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7E29E0-9636-6CC8-8885-6E2C8A36F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EDDC6F-967A-4F9C-0FFD-5E99AB0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1EC72A1-308D-276D-1E62-33DCCA25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37B639-4913-E039-D7EB-DFB710248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510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AEF1E-83E5-D92A-871D-AC1791941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2FDA21-B63D-D1CF-7322-3ED52B720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DDA940E-9DC6-8745-3D9B-396B6141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9128F3-C65C-5AF0-EB25-A43A19AD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0045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5BF08A3-205F-8228-BD22-81626240E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97C09C-D948-165A-C806-67AEA051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650D49-AEFF-E047-99E1-E5C3D9FB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685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611D5F-6307-A975-8455-E9F28B29F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6B5B21-585B-9EAC-3FD0-55A87D008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077876-4644-4E33-D408-7594075F7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39279F-9A0B-12E6-A6A8-6CDB5C071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CB04F1-F34E-A42A-E798-2DE84A30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F818D1-880F-6A6F-286F-A158CC9C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6982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2D58DA-83C2-2D0F-1556-CE4E6A301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D06D91-E20E-26AD-7B4E-D2673DF03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29EF3E-975F-F2E0-0722-26C443565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CDC8DA-2129-F617-DA41-819858B2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E9B54F-7C1C-8EAA-3CC9-2321B21E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FC5340-44E5-A1FD-05C6-EF37FCCB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7257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DBA82-29EC-82D9-1ECB-E89C9C06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8FD53D-C0B9-4F96-A5FE-BB6DDDE62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D3A85A-2598-D1E6-F606-51A718C9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26CD1D-0286-5B13-1E46-57F473D1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031DDB-38E6-35F2-A6C2-719CDB78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27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8870357-8C53-DB36-52FD-A1D8E3CC3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E46E2A-F593-9868-2FE0-87953AF77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19D924-66F7-C793-B2CD-2E5AEF9A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EC1E50-B6A3-C6B1-8E34-209166DA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5A5069-6BD9-1E4D-9CCC-CCD24068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368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090BD3F-067F-75A3-74DE-58A3EE355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BF2B4E-418C-BF9E-F5B2-AC888F609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A37328-9AA7-2F46-403F-A453BB660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DEAAA6-D047-AD4B-B48E-EED873671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0C6551-3081-397C-4AE1-03E2027B8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562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fr-FR" dirty="0"/>
              <a:t>(kcal/j/pers)</a:t>
            </a: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>
                <a:solidFill>
                  <a:schemeClr val="bg1"/>
                </a:solidFill>
              </a:rPr>
              <a:t>Étude sur l’alimentation dans le monde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solidFill>
                  <a:schemeClr val="bg1"/>
                </a:solidFill>
              </a:rPr>
              <a:t>Julien </a:t>
            </a:r>
            <a:r>
              <a:rPr lang="fr-FR" sz="2800" dirty="0" err="1">
                <a:solidFill>
                  <a:schemeClr val="bg1"/>
                </a:solidFill>
              </a:rPr>
              <a:t>Laole</a:t>
            </a:r>
            <a:endParaRPr lang="fr-FR" sz="2800" dirty="0">
              <a:solidFill>
                <a:schemeClr val="bg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solidFill>
                  <a:schemeClr val="bg1"/>
                </a:solidFill>
              </a:rPr>
              <a:t>Gwenaëlle Boussès</a:t>
            </a:r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solidFill>
                  <a:schemeClr val="bg1"/>
                </a:solidFill>
              </a:rPr>
              <a:t>FAO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3" name="Image 2" descr="Une image contenant peinture, art&#10;&#10;Le contenu généré par l’IA peut être incorrect.">
            <a:extLst>
              <a:ext uri="{FF2B5EF4-FFF2-40B4-BE49-F238E27FC236}">
                <a16:creationId xmlns:a16="http://schemas.microsoft.com/office/drawing/2014/main" id="{776682A7-3143-9F75-3968-E6E3C2352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952" y="3189441"/>
            <a:ext cx="6500648" cy="3545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9" name="Rectangle 16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394139" y="1116103"/>
            <a:ext cx="3341242" cy="357886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4000" dirty="0">
                <a:solidFill>
                  <a:srgbClr val="FFFFFF"/>
                </a:solidFill>
              </a:rPr>
              <a:t>Comprendre les mécanismes de la faim dans le monde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CEDCD-9303-776F-B20D-E1F6C4132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5" name="Google Shape;131;p2">
            <a:extLst>
              <a:ext uri="{FF2B5EF4-FFF2-40B4-BE49-F238E27FC236}">
                <a16:creationId xmlns:a16="http://schemas.microsoft.com/office/drawing/2014/main" id="{41769BC4-3D08-B3B8-1D8D-E23CD35E2D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02573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4000" dirty="0">
                <a:solidFill>
                  <a:srgbClr val="FFFFFF"/>
                </a:solidFill>
              </a:rPr>
              <a:t>Croiser les données pour révéler la réalité</a:t>
            </a:r>
          </a:p>
        </p:txBody>
      </p:sp>
      <p:sp>
        <p:nvSpPr>
          <p:cNvPr id="138" name="Google Shape;138;p3"/>
          <p:cNvSpPr txBox="1">
            <a:spLocks noGrp="1"/>
          </p:cNvSpPr>
          <p:nvPr>
            <p:ph idx="1"/>
          </p:nvPr>
        </p:nvSpPr>
        <p:spPr>
          <a:xfrm>
            <a:off x="4698773" y="3409201"/>
            <a:ext cx="6555347" cy="2766527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342900" lvl="0" indent="-228600" rtl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fr-FR" sz="2400" b="1" u="sng" dirty="0"/>
              <a:t>Méthodologie:</a:t>
            </a:r>
          </a:p>
          <a:p>
            <a:pPr marL="685800" indent="-571500">
              <a:spcBef>
                <a:spcPts val="0"/>
              </a:spcBef>
              <a:spcAft>
                <a:spcPts val="600"/>
              </a:spcAft>
              <a:buSzPts val="1800"/>
              <a:buFont typeface="Courier New" panose="02070309020205020404" pitchFamily="49" charset="0"/>
              <a:buChar char="o"/>
            </a:pPr>
            <a:r>
              <a:rPr lang="fr-FR" sz="2400" dirty="0"/>
              <a:t>	Nettoyage et standardisation des données</a:t>
            </a:r>
          </a:p>
          <a:p>
            <a:pPr marL="685800" indent="-571500">
              <a:spcBef>
                <a:spcPts val="0"/>
              </a:spcBef>
              <a:spcAft>
                <a:spcPts val="600"/>
              </a:spcAft>
              <a:buSzPts val="1800"/>
              <a:buFont typeface="Courier New" panose="02070309020205020404" pitchFamily="49" charset="0"/>
              <a:buChar char="o"/>
            </a:pPr>
            <a:r>
              <a:rPr lang="fr-FR" sz="2400" dirty="0"/>
              <a:t>	Croisements entre les différents tableaux de données. (jointure, tri…)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CE2409AD-7ED2-7F3C-C4CC-D50B41DB09F5}"/>
              </a:ext>
            </a:extLst>
          </p:cNvPr>
          <p:cNvGrpSpPr/>
          <p:nvPr/>
        </p:nvGrpSpPr>
        <p:grpSpPr>
          <a:xfrm>
            <a:off x="4695725" y="467672"/>
            <a:ext cx="6669881" cy="2766527"/>
            <a:chOff x="-3048" y="2334584"/>
            <a:chExt cx="6669881" cy="276652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41B5050-F039-ACEE-AFF7-5125CD97F4DE}"/>
                </a:ext>
              </a:extLst>
            </p:cNvPr>
            <p:cNvSpPr/>
            <p:nvPr/>
          </p:nvSpPr>
          <p:spPr>
            <a:xfrm>
              <a:off x="0" y="3001009"/>
              <a:ext cx="6666833" cy="19251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6D75D809-5376-E79B-FE7A-A3A2F067CCE7}"/>
                </a:ext>
              </a:extLst>
            </p:cNvPr>
            <p:cNvSpPr txBox="1"/>
            <p:nvPr/>
          </p:nvSpPr>
          <p:spPr>
            <a:xfrm>
              <a:off x="-3048" y="2334584"/>
              <a:ext cx="6666833" cy="276652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1672" tIns="38100" rIns="213360" bIns="38100" numCol="1" spcCol="1270" anchor="t" anchorCtr="0">
              <a:noAutofit/>
            </a:bodyPr>
            <a:lstStyle/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fr-FR" sz="2400" b="1" kern="1200" dirty="0"/>
                <a:t>Données : </a:t>
              </a:r>
              <a:r>
                <a:rPr lang="fr-FR" sz="2400" kern="1200" dirty="0"/>
                <a:t>4 jeux de données croisés.</a:t>
              </a:r>
              <a:endParaRPr lang="en-US" sz="2400" kern="1200" dirty="0"/>
            </a:p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fr-FR" sz="2400" kern="1200" dirty="0"/>
                <a:t>Disponibilité alimentaire </a:t>
              </a:r>
              <a:endParaRPr lang="fr-FR" sz="2400" dirty="0"/>
            </a:p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fr-FR" sz="2400" kern="1200" dirty="0"/>
                <a:t>Insécurité</a:t>
              </a:r>
              <a:r>
                <a:rPr lang="fr-FR" sz="2400" dirty="0"/>
                <a:t> alimentaire</a:t>
              </a:r>
              <a:endParaRPr lang="en-US" sz="2400" kern="1200" dirty="0"/>
            </a:p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fr-FR" sz="2400" kern="1200" dirty="0"/>
                <a:t>Population</a:t>
              </a:r>
            </a:p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fr-FR" sz="2400" kern="1200" dirty="0"/>
                <a:t>Aide alimentaire</a:t>
              </a:r>
              <a:endParaRPr lang="en-US" sz="2400" kern="1200" dirty="0"/>
            </a:p>
            <a:p>
              <a:pPr marL="228600" lvl="1" indent="-22860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20000"/>
                </a:spcAft>
                <a:buChar char="•"/>
              </a:pPr>
              <a:r>
                <a:rPr lang="fr-FR" sz="2400" b="1" kern="1200" dirty="0"/>
                <a:t>Source :</a:t>
              </a:r>
              <a:r>
                <a:rPr lang="fr-FR" sz="2400" kern="1200" dirty="0"/>
                <a:t> Base de données FAOSTAT (Open Data).</a:t>
              </a:r>
              <a:endParaRPr lang="en-US" sz="2400" kern="12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" name="Rectangle 16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Freeform: Shape 15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FEFEFE"/>
              </a:buClr>
              <a:buSzPts val="32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7% de la population laissée pour compte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0ECF457-A8B3-5293-D14B-2EA2D7066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416" y="605053"/>
            <a:ext cx="6686543" cy="432410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666EEFA-19E5-BA44-3225-B42DC8EE3B78}"/>
              </a:ext>
            </a:extLst>
          </p:cNvPr>
          <p:cNvSpPr txBox="1"/>
          <p:nvPr/>
        </p:nvSpPr>
        <p:spPr>
          <a:xfrm>
            <a:off x="4845416" y="5334000"/>
            <a:ext cx="6200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Population totale : 7 543 798 779 personnes</a:t>
            </a:r>
          </a:p>
          <a:p>
            <a:r>
              <a:rPr lang="fr-FR" dirty="0"/>
              <a:t>Population en état de sous-nutrition : 535 700 000 personnes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8">
          <a:extLst>
            <a:ext uri="{FF2B5EF4-FFF2-40B4-BE49-F238E27FC236}">
              <a16:creationId xmlns:a16="http://schemas.microsoft.com/office/drawing/2014/main" id="{ECC8B768-2347-33EA-1E5B-F9F32228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52;p5">
            <a:extLst>
              <a:ext uri="{FF2B5EF4-FFF2-40B4-BE49-F238E27FC236}">
                <a16:creationId xmlns:a16="http://schemas.microsoft.com/office/drawing/2014/main" id="{E1614CEA-A3EF-82AF-0A47-A64BF35D8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4000">
                <a:solidFill>
                  <a:srgbClr val="FFFFFF"/>
                </a:solidFill>
              </a:rPr>
              <a:t>Nous produisons suffisamment pour nourrir tous les êtres humains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E3BFCCF-29C3-0CED-3C59-F10C445BA9D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4698858" y="3418860"/>
            <a:ext cx="6555347" cy="16865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lIns="91440" tIns="45720" rIns="91440" bIns="45720" numCol="1" anchor="ctr" anchorCtr="0" compatLnSpc="1">
            <a:prstTxWarp prst="textNoShape">
              <a:avLst/>
            </a:prstTxWarp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8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1pPr>
            <a:lvl2pPr marL="457200" marR="0" lvl="1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6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2pPr>
            <a:lvl3pPr marL="914400" marR="0" lvl="2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3pPr>
            <a:lvl4pPr marL="1371600" marR="0" lvl="3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4pPr>
            <a:lvl5pPr marL="1828800" marR="0" lvl="4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5pPr>
            <a:lvl6pPr marL="2286000" marR="0" lvl="5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6pPr>
            <a:lvl7pPr marL="2743200" marR="0" lvl="6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7pPr>
            <a:lvl8pPr marL="3200400" marR="0" lvl="7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8pPr>
            <a:lvl9pPr marL="3657600" marR="0" lvl="8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 algn="ctr">
              <a:buClrTx/>
              <a:buSzTx/>
              <a:buFontTx/>
              <a:buNone/>
            </a:pPr>
            <a:r>
              <a:rPr lang="fr-FR" altLang="fr-FR" sz="2000" dirty="0">
                <a:latin typeface="+mn-lt"/>
              </a:rPr>
              <a:t>Nombre de personnes qui pourraient être nourries :</a:t>
            </a:r>
          </a:p>
          <a:p>
            <a:pPr marL="0" indent="0" algn="ctr">
              <a:buClrTx/>
              <a:buSzTx/>
              <a:buFontTx/>
              <a:buNone/>
            </a:pPr>
            <a:r>
              <a:rPr lang="fr-FR" altLang="fr-FR" sz="2000" dirty="0">
                <a:latin typeface="+mn-lt"/>
              </a:rPr>
              <a:t> </a:t>
            </a:r>
          </a:p>
          <a:p>
            <a:pPr marL="0" indent="0" algn="ctr">
              <a:buClrTx/>
              <a:buSzTx/>
              <a:buFontTx/>
              <a:buNone/>
            </a:pPr>
            <a:r>
              <a:rPr lang="fr-FR" sz="4000" dirty="0">
                <a:solidFill>
                  <a:srgbClr val="FF7F0F"/>
                </a:solidFill>
                <a:latin typeface="+mn-lt"/>
              </a:rPr>
              <a:t>9 961 421 251</a:t>
            </a:r>
          </a:p>
          <a:p>
            <a:pPr marL="0" indent="0" algn="ctr">
              <a:buClrTx/>
              <a:buSzTx/>
              <a:buFontTx/>
              <a:buNone/>
            </a:pPr>
            <a:endParaRPr lang="fr-FR" altLang="fr-FR" sz="2000" dirty="0">
              <a:latin typeface="+mn-lt"/>
            </a:endParaRPr>
          </a:p>
          <a:p>
            <a:pPr marL="0" indent="0" algn="ctr">
              <a:buClrTx/>
              <a:buSzTx/>
              <a:buFontTx/>
              <a:buNone/>
            </a:pPr>
            <a:r>
              <a:rPr lang="fr-FR" altLang="fr-FR" sz="2000" dirty="0">
                <a:latin typeface="+mn-lt"/>
              </a:rPr>
              <a:t>Cela représente </a:t>
            </a:r>
            <a:r>
              <a:rPr lang="fr-FR" altLang="fr-FR" sz="4300" dirty="0">
                <a:solidFill>
                  <a:srgbClr val="FF7F0F"/>
                </a:solidFill>
                <a:latin typeface="+mn-lt"/>
              </a:rPr>
              <a:t>132 % </a:t>
            </a:r>
            <a:r>
              <a:rPr lang="fr-FR" altLang="fr-FR" sz="2000" dirty="0">
                <a:latin typeface="+mn-lt"/>
              </a:rPr>
              <a:t>de la population mondiale</a:t>
            </a:r>
          </a:p>
        </p:txBody>
      </p:sp>
      <p:sp>
        <p:nvSpPr>
          <p:cNvPr id="5" name="Espace réservé du texte 1">
            <a:extLst>
              <a:ext uri="{FF2B5EF4-FFF2-40B4-BE49-F238E27FC236}">
                <a16:creationId xmlns:a16="http://schemas.microsoft.com/office/drawing/2014/main" id="{1BFE8CF3-67B0-4084-ED27-EB4FFE962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459" y="949644"/>
            <a:ext cx="7286946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fr-FR" altLang="fr-FR" sz="2000" dirty="0">
                <a:latin typeface="+mn-lt"/>
              </a:rPr>
              <a:t>"La valeur initiale de référence pour l'apport énergétique moyen est de </a:t>
            </a:r>
            <a:r>
              <a:rPr lang="fr-FR" altLang="fr-FR" sz="2000" b="1" dirty="0">
                <a:latin typeface="+mn-lt"/>
              </a:rPr>
              <a:t>2 100 kcal par personne et par jour</a:t>
            </a:r>
            <a:r>
              <a:rPr lang="fr-FR" altLang="fr-FR" sz="2000" dirty="0">
                <a:latin typeface="+mn-lt"/>
              </a:rPr>
              <a:t>. Cette valeur est conçue pour couvrir les besoins nutritionnels d'un groupe de population type." </a:t>
            </a:r>
          </a:p>
          <a:p>
            <a:pPr marL="0" indent="0" algn="just">
              <a:lnSpc>
                <a:spcPct val="100000"/>
              </a:lnSpc>
              <a:buFontTx/>
              <a:buNone/>
            </a:pPr>
            <a:r>
              <a:rPr lang="fr-FR" altLang="fr-FR" sz="1800" dirty="0">
                <a:latin typeface="-webkit-standard"/>
              </a:rPr>
              <a:t>Source : </a:t>
            </a:r>
            <a:r>
              <a:rPr lang="fr-FR" altLang="fr-FR" sz="1800" i="1" dirty="0"/>
              <a:t>OMS / HCR / PAM - Gestion de la nutrition en situation d'urgence</a:t>
            </a:r>
            <a:r>
              <a:rPr lang="fr-FR" altLang="fr-FR" sz="1800" dirty="0">
                <a:solidFill>
                  <a:schemeClr val="bg1"/>
                </a:solidFill>
                <a:latin typeface="-webkit-standard"/>
              </a:rPr>
              <a:t>.</a:t>
            </a:r>
            <a:endParaRPr lang="fr-FR" altLang="fr-FR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34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152;p5">
            <a:extLst>
              <a:ext uri="{FF2B5EF4-FFF2-40B4-BE49-F238E27FC236}">
                <a16:creationId xmlns:a16="http://schemas.microsoft.com/office/drawing/2014/main" id="{6D4F817E-666E-5539-EE43-7271DC0238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4000">
                <a:solidFill>
                  <a:srgbClr val="FFFFFF"/>
                </a:solidFill>
              </a:rPr>
              <a:t>Nous produisons suffisamment pour nourrir tous les êtres humains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CACF4F7-FB8F-C3FA-8150-D0851255AA5C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4810258" y="3245428"/>
            <a:ext cx="6555347" cy="22211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8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1pPr>
            <a:lvl2pPr marL="457200" marR="0" lvl="1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6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2pPr>
            <a:lvl3pPr marL="914400" marR="0" lvl="2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4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3pPr>
            <a:lvl4pPr marL="1371600" marR="0" lvl="3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4pPr>
            <a:lvl5pPr marL="1828800" marR="0" lvl="4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5pPr>
            <a:lvl6pPr marL="2286000" marR="0" lvl="5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6pPr>
            <a:lvl7pPr marL="2743200" marR="0" lvl="6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7pPr>
            <a:lvl8pPr marL="3200400" marR="0" lvl="7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8pPr>
            <a:lvl9pPr marL="3657600" marR="0" lvl="8" indent="-34290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1800"/>
              <a:buFont typeface="Noto Sans Symbols"/>
              <a:buChar char="?"/>
              <a:defRPr sz="1200" b="0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Century Gothic"/>
                <a:cs typeface="Century Gothic"/>
                <a:sym typeface="Century Gothic"/>
              </a:defRPr>
            </a:lvl9pPr>
          </a:lstStyle>
          <a:p>
            <a:pPr marL="0" indent="0" algn="ctr">
              <a:spcAft>
                <a:spcPts val="600"/>
              </a:spcAft>
              <a:buClrTx/>
              <a:buSzTx/>
              <a:buFontTx/>
              <a:buNone/>
            </a:pPr>
            <a:r>
              <a:rPr lang="fr-FR" altLang="fr-FR" sz="2000" dirty="0">
                <a:latin typeface="+mn-lt"/>
              </a:rPr>
              <a:t>Nombre de personnes qui pourraient </a:t>
            </a:r>
          </a:p>
          <a:p>
            <a:pPr marL="0" indent="0" algn="ctr">
              <a:spcAft>
                <a:spcPts val="600"/>
              </a:spcAft>
              <a:buClrTx/>
              <a:buSzTx/>
              <a:buFontTx/>
              <a:buNone/>
            </a:pPr>
            <a:r>
              <a:rPr lang="fr-FR" altLang="fr-FR" sz="2000" dirty="0">
                <a:latin typeface="+mn-lt"/>
              </a:rPr>
              <a:t>être nourries avec les végétaux : </a:t>
            </a:r>
          </a:p>
          <a:p>
            <a:pPr marL="0" indent="0" algn="ctr">
              <a:spcAft>
                <a:spcPts val="600"/>
              </a:spcAft>
              <a:buClrTx/>
              <a:buSzTx/>
              <a:buFontTx/>
              <a:buNone/>
            </a:pPr>
            <a:r>
              <a:rPr lang="fr-FR" sz="3400" dirty="0">
                <a:solidFill>
                  <a:srgbClr val="FF7F0F"/>
                </a:solidFill>
                <a:latin typeface="+mn-lt"/>
              </a:rPr>
              <a:t>8 219 411 529</a:t>
            </a:r>
          </a:p>
          <a:p>
            <a:pPr marL="0" indent="0" algn="ctr">
              <a:spcAft>
                <a:spcPts val="600"/>
              </a:spcAft>
              <a:buClrTx/>
              <a:buSzTx/>
              <a:buNone/>
            </a:pPr>
            <a:r>
              <a:rPr lang="fr-FR" altLang="fr-FR" sz="2000" dirty="0"/>
              <a:t>Cela représente </a:t>
            </a:r>
            <a:r>
              <a:rPr lang="fr-FR" altLang="fr-FR" sz="3400" dirty="0">
                <a:solidFill>
                  <a:srgbClr val="FF7F0F"/>
                </a:solidFill>
                <a:latin typeface="+mn-lt"/>
              </a:rPr>
              <a:t>109 % </a:t>
            </a:r>
            <a:r>
              <a:rPr lang="fr-FR" altLang="fr-FR" sz="2000" dirty="0"/>
              <a:t>de la population mondiale</a:t>
            </a:r>
          </a:p>
          <a:p>
            <a:pPr marL="0" indent="0" algn="ctr">
              <a:spcAft>
                <a:spcPts val="600"/>
              </a:spcAft>
              <a:buClrTx/>
              <a:buSzTx/>
              <a:buFontTx/>
              <a:buNone/>
            </a:pPr>
            <a:endParaRPr lang="fr-FR" altLang="fr-FR" sz="2000" dirty="0"/>
          </a:p>
        </p:txBody>
      </p:sp>
      <p:sp>
        <p:nvSpPr>
          <p:cNvPr id="4" name="Espace réservé du texte 1">
            <a:extLst>
              <a:ext uri="{FF2B5EF4-FFF2-40B4-BE49-F238E27FC236}">
                <a16:creationId xmlns:a16="http://schemas.microsoft.com/office/drawing/2014/main" id="{14A36CC6-039E-6942-1725-C91567900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459" y="949644"/>
            <a:ext cx="7286946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fr-FR" altLang="fr-FR" sz="2000" dirty="0">
                <a:latin typeface="+mn-lt"/>
              </a:rPr>
              <a:t>"La valeur initiale de référence pour l'apport énergétique moyen est de </a:t>
            </a:r>
            <a:r>
              <a:rPr lang="fr-FR" altLang="fr-FR" sz="2000" b="1" dirty="0">
                <a:latin typeface="+mn-lt"/>
              </a:rPr>
              <a:t>2 100 kcal par personne et par jour</a:t>
            </a:r>
            <a:r>
              <a:rPr lang="fr-FR" altLang="fr-FR" sz="2000" dirty="0">
                <a:latin typeface="+mn-lt"/>
              </a:rPr>
              <a:t>. Cette valeur est conçue pour couvrir les besoins nutritionnels d'un groupe de population type." </a:t>
            </a:r>
          </a:p>
          <a:p>
            <a:pPr marL="0" indent="0" algn="just">
              <a:lnSpc>
                <a:spcPct val="100000"/>
              </a:lnSpc>
              <a:buFontTx/>
              <a:buNone/>
            </a:pPr>
            <a:r>
              <a:rPr lang="fr-FR" altLang="fr-FR" sz="1800" dirty="0">
                <a:latin typeface="-webkit-standard"/>
              </a:rPr>
              <a:t>Source : </a:t>
            </a:r>
            <a:r>
              <a:rPr lang="fr-FR" altLang="fr-FR" sz="1800" i="1" dirty="0"/>
              <a:t>OMS / HCR / PAM - Gestion de la nutrition en situation d'urgence</a:t>
            </a:r>
            <a:r>
              <a:rPr lang="fr-FR" altLang="fr-FR" sz="1800" dirty="0">
                <a:solidFill>
                  <a:schemeClr val="bg1"/>
                </a:solidFill>
                <a:latin typeface="-webkit-standard"/>
              </a:rPr>
              <a:t>.</a:t>
            </a:r>
            <a:endParaRPr lang="fr-FR" altLang="fr-FR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1" name="Rectangle 17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FEFEFE"/>
              </a:buClr>
              <a:buSzPts val="32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 la nourriture existe, où va-t-elle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4D9CB5A-DD02-4662-068F-2B86B9749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7" y="681793"/>
            <a:ext cx="7388119" cy="54944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9" name="Rectangle 17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FEFEFE"/>
              </a:buClr>
              <a:buSzPts val="3200"/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Nos céréales nourrissent le bétail avant les hommes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7D7D20A-FBAD-78BF-98B1-875F06AE7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702" y="859712"/>
            <a:ext cx="7226919" cy="4760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6" name="Rectangle 18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4" name="Freeform: Shape 19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>
              <a:buSzPts val="3200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Les zones critiques de la sous-nutrition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89796CD-9AC3-DE34-EBEA-5E04AC0A2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92" y="1268541"/>
            <a:ext cx="7314838" cy="4320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3" name="Rectangle 19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Freeform: Shape 20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>
              <a:buSzPts val="3200"/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L'aide internationale cible-t-elle les bonnes zones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43D9CBA-0BEF-FC19-360D-817337612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678" y="1224626"/>
            <a:ext cx="7237174" cy="4204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0" name="Rectangle 19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>
              <a:buSzPts val="3200"/>
            </a:pP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L'aide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internationale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cible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-t-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elle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les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bonnes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zones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30D66C0-756F-5F62-9346-7FB1DA657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898" y="1525279"/>
            <a:ext cx="7021061" cy="38074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" name="Rectangle 20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0" name="Rectangle 20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418225" y="2042679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4000" dirty="0">
                <a:solidFill>
                  <a:srgbClr val="FFFFFF"/>
                </a:solidFill>
              </a:rPr>
              <a:t>L’inégalité d’accès aux ressources mondiales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9755283C-52F0-6A7E-1568-A051A9ABC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610325"/>
              </p:ext>
            </p:extLst>
          </p:nvPr>
        </p:nvGraphicFramePr>
        <p:xfrm>
          <a:off x="4367694" y="315310"/>
          <a:ext cx="7661396" cy="5861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2" name="Rectangle 22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4" name="Rectangle 22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2" name="Freeform: Shape 23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418225" y="1725111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4000" dirty="0">
                <a:solidFill>
                  <a:srgbClr val="FFFFFF"/>
                </a:solidFill>
              </a:rPr>
              <a:t>Cas d’école : la Thaïlande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BFF614ED-C22E-32FB-001B-B9A1858824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9630763"/>
              </p:ext>
            </p:extLst>
          </p:nvPr>
        </p:nvGraphicFramePr>
        <p:xfrm>
          <a:off x="4504548" y="719666"/>
          <a:ext cx="722073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8" name="Rectangle 2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578888" y="2830169"/>
            <a:ext cx="2880828" cy="3071906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FEFEFE"/>
              </a:buClr>
              <a:buSzPts val="4000"/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Au-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delà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des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évidences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: le lien entre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disponibilité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et nutrition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1D01C7B-A87E-069F-D7EB-C281B1DA0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28" y="511891"/>
            <a:ext cx="7225748" cy="58342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6" name="Rectangle 23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8" name="Rectangle 23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spcFirstLastPara="1" lIns="91425" tIns="45700" rIns="91425" bIns="45700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4000">
                <a:solidFill>
                  <a:srgbClr val="FFFFFF"/>
                </a:solidFill>
              </a:rPr>
              <a:t>Ce qu’il faut retenir</a:t>
            </a:r>
          </a:p>
        </p:txBody>
      </p:sp>
      <p:graphicFrame>
        <p:nvGraphicFramePr>
          <p:cNvPr id="2" name="Espace réservé du contenu 1">
            <a:extLst>
              <a:ext uri="{FF2B5EF4-FFF2-40B4-BE49-F238E27FC236}">
                <a16:creationId xmlns:a16="http://schemas.microsoft.com/office/drawing/2014/main" id="{569EF78C-8BA2-2620-CBF5-C72C61430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9977368"/>
              </p:ext>
            </p:extLst>
          </p:nvPr>
        </p:nvGraphicFramePr>
        <p:xfrm>
          <a:off x="4792716" y="283780"/>
          <a:ext cx="6561083" cy="4398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30108CAB-5FA7-2A6E-246C-3B08B9069360}"/>
              </a:ext>
            </a:extLst>
          </p:cNvPr>
          <p:cNvSpPr txBox="1"/>
          <p:nvPr/>
        </p:nvSpPr>
        <p:spPr>
          <a:xfrm>
            <a:off x="4792717" y="5342512"/>
            <a:ext cx="6561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L’enjeu de demain n’est pas de produire plus, mais de répartir mieux et de réduire les pertes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2184</TotalTime>
  <Words>538</Words>
  <Application>Microsoft Macintosh PowerPoint</Application>
  <PresentationFormat>Grand écran</PresentationFormat>
  <Paragraphs>80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3" baseType="lpstr">
      <vt:lpstr>-webkit-standard</vt:lpstr>
      <vt:lpstr>Courier New</vt:lpstr>
      <vt:lpstr>Arial</vt:lpstr>
      <vt:lpstr>Aptos Display</vt:lpstr>
      <vt:lpstr>Century Gothic</vt:lpstr>
      <vt:lpstr>Calibri</vt:lpstr>
      <vt:lpstr>Aptos</vt:lpstr>
      <vt:lpstr>Thème Office</vt:lpstr>
      <vt:lpstr>Étude sur l’alimentation dans le monde</vt:lpstr>
      <vt:lpstr>Comprendre les mécanismes de la faim dans le monde</vt:lpstr>
      <vt:lpstr>Croiser les données pour révéler la réalité</vt:lpstr>
      <vt:lpstr>7% de la population laissée pour compte</vt:lpstr>
      <vt:lpstr>Nous produisons suffisamment pour nourrir tous les êtres humains</vt:lpstr>
      <vt:lpstr>Nous produisons suffisamment pour nourrir tous les êtres humains</vt:lpstr>
      <vt:lpstr>Si la nourriture existe, où va-t-elle ?</vt:lpstr>
      <vt:lpstr>Nos céréales nourrissent le bétail avant les hommes</vt:lpstr>
      <vt:lpstr>Les zones critiques de la sous-nutrition</vt:lpstr>
      <vt:lpstr>L'aide internationale cible-t-elle les bonnes zones ?</vt:lpstr>
      <vt:lpstr>L'aide internationale cible-t-elle les bonnes zones ?</vt:lpstr>
      <vt:lpstr>L’inégalité d’accès aux ressources mondiales</vt:lpstr>
      <vt:lpstr>Cas d’école : la Thaïlande</vt:lpstr>
      <vt:lpstr>Au-delà des évidences : le lien entre disponibilité et nutrition</vt:lpstr>
      <vt:lpstr>Ce qu’il faut retenir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Gwenaëlle Boussès</cp:lastModifiedBy>
  <cp:revision>9</cp:revision>
  <dcterms:created xsi:type="dcterms:W3CDTF">2023-03-17T20:58:30Z</dcterms:created>
  <dcterms:modified xsi:type="dcterms:W3CDTF">2025-12-06T09:58:47Z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